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8" autoAdjust="0"/>
    <p:restoredTop sz="94660"/>
  </p:normalViewPr>
  <p:slideViewPr>
    <p:cSldViewPr snapToGrid="0">
      <p:cViewPr varScale="1">
        <p:scale>
          <a:sx n="32" d="100"/>
          <a:sy n="32" d="100"/>
        </p:scale>
        <p:origin x="72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742A-1BA2-0E30-ACD7-AF7413637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75C87-7ED5-D555-3A86-817ACF4AFE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910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Denzell Dy</dc:creator>
  <cp:lastModifiedBy>Denzell Dy</cp:lastModifiedBy>
  <cp:revision>1</cp:revision>
  <dcterms:created xsi:type="dcterms:W3CDTF">2026-01-20T16:21:33Z</dcterms:created>
  <dcterms:modified xsi:type="dcterms:W3CDTF">2026-01-20T16:26:45Z</dcterms:modified>
</cp:coreProperties>
</file>