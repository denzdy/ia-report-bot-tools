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Business Continuity Readiness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22,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evaluate business continuity (BCP) preparedness, recovery plans and testing for critical corporate functions.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BCP covers IT, facilities, HR and finance continuity arrangements across primary and backup sites.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plan completeness, recent exercises, and recovery time objective (RTO) alignment.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Incomplete Recovery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Departmental BCPs lacked RTO/RPO definitions and clear recovery roles for three critical processes.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Prolonged outage and inability to meet stakeholder obligations during disruption.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Define RTO/RPO for critical processes and assign named recovery owners.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Limited Exercise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Annual BCP exercises excluded several corporate support functions; last full test was 18 months ago.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Unvalidated recovery procedures and false confidence in readiness.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Establish a 12-month exercise cycle covering critical and support functions; document lessons learned.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Define RTO/RPO and assign recovery owners for critical processes.</a:t>
            </a:r>
          </a:p>
          <a:p>
            <a:pPr lvl="0" indent="-457200" marL="457200">
              <a:buAutoNum type="arabicPeriod"/>
            </a:pPr>
            <a:r>
              <a:rPr/>
              <a:t>Implement annual full-scale BCP exercises with all support functions.</a:t>
            </a:r>
          </a:p>
          <a:p>
            <a:pPr lvl="0" indent="-457200" marL="457200">
              <a:buAutoNum type="arabicPeriod"/>
            </a:pPr>
            <a:r>
              <a:rPr/>
              <a:t>Capture and remediate exercise findings in a remediation log.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Define RTO/RPO for critical processes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BCP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Annual full-scale exercise schedule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BCP Coordinator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Remediation tracking log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Risk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2026-01-27T17:01:15Z</dcterms:created>
  <dcterms:modified xsi:type="dcterms:W3CDTF">2026-01-27T17:01:15Z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