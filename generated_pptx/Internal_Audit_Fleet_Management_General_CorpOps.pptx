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Corporate Fleet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16,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fleet utilization, maintenance scheduling, driver vetting, and cost allocation controls.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Corporate operates a managed fleet of vehicles for executive travel and field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vehicle assignment, maintenance records, fuel card usage, and insurance documentation.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Maintenance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Maintenance logs for 3 vehicles lacked service provider receipts and mileage stamps.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downtime risk, warranty disputes, and untracked costs.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scanned maintenance receipts and mileage verification for all services.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Fuel Card Monitoring Weakness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Fuel card transactions lacked timely reconciliations and unexplained transactions were not investigated.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fuel fraud and inaccurate cost allocation.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daily fuel card exception reports and immediate investigation protocols.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complete maintenance documentation and mileage verification.</a:t>
            </a:r>
          </a:p>
          <a:p>
            <a:pPr lvl="0" indent="-457200" marL="457200">
              <a:buAutoNum type="arabicPeriod"/>
            </a:pPr>
            <a:r>
              <a:rPr/>
              <a:t>Implement fuel card exception monitoring and investigation workflows.</a:t>
            </a:r>
          </a:p>
          <a:p>
            <a:pPr lvl="0" indent="-457200" marL="457200">
              <a:buAutoNum type="arabicPeriod"/>
            </a:pPr>
            <a:r>
              <a:rPr/>
              <a:t>Annual driver vetting and license checks.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Maintenance documentation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Fuel card exception reports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Driver vetting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Mobility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