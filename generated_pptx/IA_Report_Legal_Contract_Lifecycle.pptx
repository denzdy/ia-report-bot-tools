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Legal Department Operations and Contract Lifecycle Management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Legal Affairs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February 25,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the efficiency of the contract drafting, approval, and storage process.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legal team processes over 150 contracts per month.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master service agreements (MSAs) and non-disclosure agreements (NDAs) from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Use of Outdated Contract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Procurement teams are using 2021 templates that lack current indemnity clauses.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Increased legal exposure and unfavorable liability terms.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Centralize all templates in a ‘Single Source of Truth’ portal.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Missing Signature Authorizations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5 sampled contracts were signed by managers exceeding their delegated financial authority.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Invalid contracts and breach of internal control policies.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Integrate the ‘Delegation of Authority’ (DoA) into the e-signature workflow.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Enforce use of the centralized Legal Portal for templates.</a:t>
            </a:r>
          </a:p>
          <a:p>
            <a:pPr lvl="0" indent="-457200" marL="457200">
              <a:buAutoNum type="arabicPeriod"/>
            </a:pPr>
            <a:r>
              <a:rPr/>
              <a:t>Audit signature levels in DocuSign quarterly.</a:t>
            </a:r>
          </a:p>
          <a:p>
            <a:pPr lvl="0" indent="-457200" marL="457200">
              <a:buAutoNum type="arabicPeriod"/>
            </a:pPr>
            <a:r>
              <a:rPr/>
              <a:t>Provide training on the updated DoA limits.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Template Portal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Legal Ops Mgr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DoA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/ Legal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Staff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General Counsel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