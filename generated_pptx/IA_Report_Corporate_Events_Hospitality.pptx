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Audit of Corporate Events &amp; Hospitality Spend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Marketing &amp; Communications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April 08,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ensure event budgets are managed effectively and hospitality complies with the Ethics Policy.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spends $2M annually on its Annual Sales Kickoff and client hospitality events.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Review of vendor selection for the 2025 Sales Kickoff and ‘Gift &amp; Hospitality’ logs.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Single-Sourcing of Large Event Vendors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event management agency for the $1M Sales Kickoff was selected without a competitive bidding process.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Failure to achieve market-competitive pricing and potential conflict of interest.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a three-quote minimum for any event spend exceeding $50k.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Incomplete Gift &amp; Hospitality 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60% of client dinners exceeding the $100/head limit were not recorded in the central Gift Register.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Violation of Anti-Bribery policies and potential regulatory scrutiny.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Integrate the expense system with the Gift Register to automatically flag high-value hospitality.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Mandate competitive bidding for all major event contracts.</a:t>
            </a:r>
          </a:p>
          <a:p>
            <a:pPr lvl="0" indent="-457200" marL="457200">
              <a:buAutoNum type="arabicPeriod"/>
            </a:pPr>
            <a:r>
              <a:rPr/>
              <a:t>Automate the gift disclosure process within the expense reporting tool.</a:t>
            </a:r>
          </a:p>
          <a:p>
            <a:pPr lvl="0" indent="-457200" marL="457200">
              <a:buAutoNum type="arabicPeriod"/>
            </a:pPr>
            <a:r>
              <a:rPr/>
              <a:t>Conduct post-event financial reconciliations within 15 days.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Audit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Gift Log Integration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Lead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Policy Refresh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2026-01-26T06:02:51Z</dcterms:created>
  <dcterms:modified xsi:type="dcterms:W3CDTF">2026-01-26T06:02:51Z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