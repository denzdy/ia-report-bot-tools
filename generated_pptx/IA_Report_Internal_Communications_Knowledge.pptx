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Knowledge Management &amp; SOP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Operations Excellence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18,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Standard Operating Procedures (SOPs) are current, approved, and accessible.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maintains a central repository for over 500 operational policies.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the policy lifecycle management and version control on the company Intranet.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Proliferation of Outdated SOPs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40% of the SOPs on the Intranet have not been reviewed or updated in the last 3 years.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Employees following obsolete processes leading to operational errors or safety risks.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an automated ‘Expiry’ flag that requires owners to re-verify SOPs annually.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Controlled Document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Draft versions of sensitive financial policies were accessible to all employees via a shared folder.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use of draft procedures and potential for internal fraud.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Move all policy documents to a dedicated Document Management System (DMS) with restricted permissions.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 mandatory annual review cycle for all operational policies.</a:t>
            </a:r>
          </a:p>
          <a:p>
            <a:pPr lvl="0" indent="-457200" marL="457200">
              <a:buAutoNum type="arabicPeriod"/>
            </a:pPr>
            <a:r>
              <a:rPr/>
              <a:t>Consolidate all SOPs into a single, permission-controlled system.</a:t>
            </a:r>
          </a:p>
          <a:p>
            <a:pPr lvl="0" indent="-457200" marL="457200">
              <a:buAutoNum type="arabicPeriod"/>
            </a:pPr>
            <a:r>
              <a:rPr/>
              <a:t>Retire the use of ungoverned shared network drives for policy storage.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DMS Migration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August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Ops Excellence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Access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