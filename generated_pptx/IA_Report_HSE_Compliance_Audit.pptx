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Health, Safety, and Environment (HSE) Compliance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Operations / HSE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18,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adherence to workplace safety regulations and environmental permits.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operates two manufacturing sites with high-voltage machinery.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Inspection of PPE usage, fire safety systems, and chemical waste disposal logs.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Expired Fire Extinguishers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40% of fire extinguishers in the production area had passed their inspection date.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Inability to contain small fires, leading to life safety risks and property damage.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Establish a digital tracking log for all safety equipment inspections.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Improper Hazardous Waste Labeling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Chemical waste drums were missing proper GHS labeling in the storage yard.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Environmental fines and accidental chemical reactions due to mishandling.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Standardize waste labeling and conduct daily storage inspections.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Replace/Refill all expired fire extinguishers immediately.</a:t>
            </a:r>
          </a:p>
          <a:p>
            <a:pPr lvl="0" indent="-457200" marL="457200">
              <a:buAutoNum type="arabicPeriod"/>
            </a:pPr>
            <a:r>
              <a:rPr/>
              <a:t>Implement a ‘Safety First’ training module for new hires.</a:t>
            </a:r>
          </a:p>
          <a:p>
            <a:pPr lvl="0" indent="-457200" marL="457200">
              <a:buAutoNum type="arabicPeriod"/>
            </a:pPr>
            <a:r>
              <a:rPr/>
              <a:t>Conduct unannounced monthly safety walks by senior management.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Fire Safety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HSE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GHS Labeling 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Ops Supervisor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Management Walks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Site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Continuous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