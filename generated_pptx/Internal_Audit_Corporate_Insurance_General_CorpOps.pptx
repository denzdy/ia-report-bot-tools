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Corporate Insurance &amp;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18,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assess adequacy of corporate insurance coverage, renewal processes, and claims management.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Company maintains property, liability, D&amp;O, and cyber insurance across global operations.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policy limits, renewal approvals, broker engagement, and recent claims handling.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Coverage Gaps Identified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Cyber policy sub-limits may not align with current exposure for third-party vendor incidents.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Insufficient recovery funding and uninsured losses in the event of a cyber incident.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Conduct an insurance gap analysis with the broker and adjust limits where necessary.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Renewal Documentation Weakness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Renewal decision rationale and competitive quotes were not retained for one major policy renewal.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Lack of evidence for market testing and potential overpayment.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Retain renewal bid comparisons and formal approval records for all major policies.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Conduct insurance gap analysis for cyber and third-party exposures.</a:t>
            </a:r>
          </a:p>
          <a:p>
            <a:pPr lvl="0" indent="-457200" marL="457200">
              <a:buAutoNum type="arabicPeriod"/>
            </a:pPr>
            <a:r>
              <a:rPr/>
              <a:t>Retain renewal documentation and market quotes.</a:t>
            </a:r>
          </a:p>
          <a:p>
            <a:pPr lvl="0" indent="-457200" marL="457200">
              <a:buAutoNum type="arabicPeriod"/>
            </a:pPr>
            <a:r>
              <a:rPr/>
              <a:t>Strengthen claims escalation and reporting protocols.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Insurance gap analysis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Risk &amp; Insurance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Renewal documentation process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Procurement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Claims handling SOP update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Legal/Risk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2026-01-27T17:01:15Z</dcterms:created>
  <dcterms:modified xsi:type="dcterms:W3CDTF">2026-01-27T17:01:15Z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