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Travel &amp; Expense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25,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evaluate compliance with travel policy, expense approvals, and controls over corporate spend.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Annual travel and T&amp;E spend approximates $3.2M across corporate functions.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Sampled travel bookings and expense reports from Q4 2025 and approval workflows.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Non-compliant Receipts and Approvals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18% of expense reports lacked required receipts or had approvals from unauthorized approvers.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Increased fraud, duplicate claims, and non-compliance with tax and policy requirements.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Enforce e-receipt uploads in the expense system and restrict approver roles by delegation lists.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Overbooked and Unapproved Upgrades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Multiple business-class upgrades were processed without documented business justification for 6 trips.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Elevated costs and breaches of travel policy leading to budget overruns.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Require pre-approval for upgrades and capture cost-center sign-off before booking.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receipt and approver validation in the expense system.</a:t>
            </a:r>
          </a:p>
          <a:p>
            <a:pPr lvl="0" indent="-457200" marL="457200">
              <a:buAutoNum type="arabicPeriod"/>
            </a:pPr>
            <a:r>
              <a:rPr/>
              <a:t>Implement mandatory pre-approval for travel upgrades.</a:t>
            </a:r>
          </a:p>
          <a:p>
            <a:pPr lvl="0" indent="-457200" marL="457200">
              <a:buAutoNum type="arabicPeriod"/>
            </a:pPr>
            <a:r>
              <a:rPr/>
              <a:t>Conduct quarterly T&amp;E audit by finance.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Update T&amp;E policy and approver matrix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Finance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Expense system validation rules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Finance Apps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Quarterly T&amp;E audit schedule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Internal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2026-01-27T17:01:14Z</dcterms:created>
  <dcterms:modified xsi:type="dcterms:W3CDTF">2026-01-27T17:01:14Z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