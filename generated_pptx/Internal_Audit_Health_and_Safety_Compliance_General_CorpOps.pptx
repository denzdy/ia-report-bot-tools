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Health &amp; Safety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compliance with workplace health &amp; safety policies, incident reporting, and training completion.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OHS program includes incident tracking, risk assessments and mandatory staff training across offices.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incident logs, training records, and risk assessments for 2024–2025.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Training Completion Shortfalls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Mandatory workplace safety training completion rates were below 80% for two departments.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likelihood of preventable incidents and regulatory non-compliance.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mandatory completion via LMS gating and escalate non-compliance to managers.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Incomplete Incident Investigations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minor incidents lacked root-cause analysis and corrective action records.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Recurrence of incidents and missed opportunities to improve controls.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Standardize investigation templates and require documented corrective actions with owners and due dates.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100% mandatory safety training with escalation for non-compliance.</a:t>
            </a:r>
          </a:p>
          <a:p>
            <a:pPr lvl="0" indent="-457200" marL="457200">
              <a:buAutoNum type="arabicPeriod"/>
            </a:pPr>
            <a:r>
              <a:rPr/>
              <a:t>Standardize incident investigation and corrective action tracking.</a:t>
            </a:r>
          </a:p>
          <a:p>
            <a:pPr lvl="0" indent="-457200" marL="457200">
              <a:buAutoNum type="arabicPeriod"/>
            </a:pPr>
            <a:r>
              <a:rPr/>
              <a:t>Quarterly safety performance reviews by management.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LMS gating for safety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Learning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Incident investigation template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OHS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Quarterly safety reviews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