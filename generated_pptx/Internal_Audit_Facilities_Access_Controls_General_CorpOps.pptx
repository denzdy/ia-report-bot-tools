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- Facilities Access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Corporate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January 27,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assess physical access provisioning, badge lifecycle management, and visitor controls at corporate locations.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Facilities issues badges and manages visitor logs for ~2,500 employees and contractors.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access requests, deprovisioning, and visitor registries for Q3–Q4 2025.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Delayed Badge Deactivation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12% of terminated employees retained active badges beyond 48 hours in sampled cases.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Unauthorized facility access, asset theft, or data exposure.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Automate deprovisioning via HR-Facilities integration and run daily revocation reports.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Visitor Log Inconsistencies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Visitor sign-in records lacked host verification and printed badge capture for 30% of visits.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Unverified access increases risk of unauthorized entry and safety incidents.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Implement electronic visitor management with host confirmation and badge printing.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Integrate HR termination events with access management for automated badge revocation.</a:t>
            </a:r>
          </a:p>
          <a:p>
            <a:pPr lvl="0" indent="-457200" marL="457200">
              <a:buAutoNum type="arabicPeriod"/>
            </a:pPr>
            <a:r>
              <a:rPr/>
              <a:t>Deploy electronic visitor management with host acknowledgement.</a:t>
            </a:r>
          </a:p>
          <a:p>
            <a:pPr lvl="0" indent="-457200" marL="457200">
              <a:buAutoNum type="arabicPeriod"/>
            </a:pPr>
            <a:r>
              <a:rPr/>
              <a:t>Conduct monthly access reconciliations and exception reporting.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Implement HR-Facilities deprovisioning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Facilities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Daily access reconciliation report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Security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Deploy electronic VMS at HQ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Facilities 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June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2026-01-27T17:01:14Z</dcterms:created>
  <dcterms:modified xsi:type="dcterms:W3CDTF">2026-01-27T17:01:14Z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