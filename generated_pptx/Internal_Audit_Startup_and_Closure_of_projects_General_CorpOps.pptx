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Project Startup &amp; Closure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6,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governance over project initiation, budgeting, milestone monitoring and formal project closure.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Corporate projects span process improvement, facilities upgrades and internal change programs.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project charters, budget approvals, milestone tracking and lessons-learned documentation.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Missing Project Charters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projects commenced without approved charters or defined success criteria.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Scope creep, budget overruns, and poor alignment to strategic objectives.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approved project charters with scope, budget and success metrics prior to start.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Informal Project 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Project closures lacked formal acceptance and lessons learned, with no financial reconciliations.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Unresolved issues, duplicated efforts, and incomplete cost accounting.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formal closure checklist requiring sign-off, financial reconciliation and lessons capture.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approved project charters before project start.</a:t>
            </a:r>
          </a:p>
          <a:p>
            <a:pPr lvl="0" indent="-457200" marL="457200">
              <a:buAutoNum type="arabicPeriod"/>
            </a:pPr>
            <a:r>
              <a:rPr/>
              <a:t>Standardize formal project closure with financial reconciliation.</a:t>
            </a:r>
          </a:p>
          <a:p>
            <a:pPr lvl="0" indent="-457200" marL="457200">
              <a:buAutoNum type="arabicPeriod"/>
            </a:pPr>
            <a:r>
              <a:rPr/>
              <a:t>Maintain a central project repository for governance.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Project charter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PMO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Closure checklist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Central project repository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PMO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