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Assurance Review: P2P Lifecycle &amp; Vendor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Global Procurement &amp; Supply Chain </a:t>
            </a:r>
            <a:r>
              <a:rPr b="1"/>
              <a:t>Date:</a:t>
            </a:r>
            <a:r>
              <a:rPr/>
              <a:t> October 24, 2023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Objectives:</a:t>
            </a:r>
            <a:r>
              <a:rPr/>
              <a:t> To evaluate the design and operating effectiveness of internal controls governing the Procure-to-Pay (P2P) cycle.</a:t>
            </a:r>
          </a:p>
          <a:p>
            <a:pPr lvl="0" indent="0" marL="0">
              <a:buNone/>
            </a:pPr>
            <a:r>
              <a:rPr b="1"/>
              <a:t>Background:</a:t>
            </a:r>
            <a:r>
              <a:rPr/>
              <a:t> Following the migration to the new ERP system in Q1, management requested a formal review of vendor onboarding and payment authorization workflows.</a:t>
            </a:r>
          </a:p>
          <a:p>
            <a:pPr lvl="0" indent="0" marL="0">
              <a:buNone/>
            </a:pPr>
            <a:r>
              <a:rPr b="1"/>
              <a:t>Scope:</a:t>
            </a:r>
            <a:r>
              <a:rPr/>
              <a:t> The audit covered transactions processed between January 1, 2023, and September 30, 2023, focusing on vendor master data and high-value purchase orders.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Inadequate Vendor Due Diligence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A review of 50 new vendors revealed that 12 did not have verified Tax ID numbers or evidence of Conflict of Interest (COI) disclosures on file.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Potential for onboarding fraudulent entities, financial penalties from tax authorities, or undisclosed related-party transactions.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Mandatory validation fields must be enabled in the ERP system to prevent vendor creation without verified tax documentation and digital COI sign-off.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Fragmentation of Purchase Orders (Split POs)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We identified 15 instances where multiple purchase orders were issued to the same vendor on the same day for values just below the $50,000 threshold requiring Executive VP approval.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Circumvention of the Delegation of Authority (DoA) policy, leading to unauthorized spend and lack of executive oversight.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system-based alerts for aggregate daily spend by vendor and perform monthly forensic data analytics to identify potential DoA bypass patterns.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System Controls:</a:t>
            </a:r>
            <a:r>
              <a:rPr/>
              <a:t> Enforce mandatory documentation fields for all new vendor registrations.</a:t>
            </a:r>
          </a:p>
          <a:p>
            <a:pPr lvl="0" indent="-457200" marL="457200">
              <a:buAutoNum type="arabicPeriod"/>
            </a:pPr>
            <a:r>
              <a:rPr b="1"/>
              <a:t>Compliance Monitoring:</a:t>
            </a:r>
            <a:r>
              <a:rPr/>
              <a:t> Establish a monthly ‘Spend Exception Report’ to be reviewed by the Finance Director.</a:t>
            </a:r>
          </a:p>
          <a:p>
            <a:pPr lvl="0" indent="-457200" marL="457200">
              <a:buAutoNum type="arabicPeriod"/>
            </a:pPr>
            <a:r>
              <a:rPr b="1"/>
              <a:t>Training:</a:t>
            </a:r>
            <a:r>
              <a:rPr/>
              <a:t> Re-train procurement officers on the updated Delegation of Authority (DoA) limits.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ERP Validation Logic Update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Systems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Dec 15, 2023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DoA Refresher Workshop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Compliance Officer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Nov 30, 2023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Monthly Exception 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 Controller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Jan 1, 2024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2026-01-20T16:28:28Z</dcterms:created>
  <dcterms:modified xsi:type="dcterms:W3CDTF">2026-01-20T16:28:28Z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