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Utilities &amp; Energy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15,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evaluate utility billing, energy efficiency initiatives, and allocation of utility costs across cost centers.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Facilities manage utility contracts and billing for multiple corporate locations.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utility invoices, meter reconciliation, and energy-saving projects for the past fiscal year.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Billing Reconciliation Weakness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Meter reading variances were not investigated for two sites where consumption spiked unexpectedly.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Overpayment on utility bills and undetected system leaks or meter errors.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monthly meter reconciliations and variance investigation procedures.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Low Uptake of Energy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Identified low-cost energy saving measures were not prioritized or funded in the facilities roadmap.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Missed cost savings and higher operating expenses.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Create prioritized energy project pipeline with ROI and funding approvals.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Monthly meter reconciliations with variance investigations.</a:t>
            </a:r>
          </a:p>
          <a:p>
            <a:pPr lvl="0" indent="-457200" marL="457200">
              <a:buAutoNum type="arabicPeriod"/>
            </a:pPr>
            <a:r>
              <a:rPr/>
              <a:t>Prioritized energy efficiency project pipeline with ROI analysis.</a:t>
            </a:r>
          </a:p>
          <a:p>
            <a:pPr lvl="0" indent="-457200" marL="457200">
              <a:buAutoNum type="arabicPeriod"/>
            </a:pPr>
            <a:r>
              <a:rPr/>
              <a:t>Centralize utility contract review for cost optimization.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Monthly meter reconciliation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Facilities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Energy project pipeline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Sustainability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Utility contract centralization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Procurement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2026-01-27T17:01:15Z</dcterms:created>
  <dcterms:modified xsi:type="dcterms:W3CDTF">2026-01-27T17:01:15Z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