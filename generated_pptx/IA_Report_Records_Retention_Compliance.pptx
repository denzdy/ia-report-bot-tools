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Corporate Records Management &amp; Retention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Legal &amp; Compliance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February 22,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compliance with statutory records retention periods and secure destruction protocols.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handles sensitive customer data and legal contracts across various jurisdictions.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physical archiving facilities and digital document deletion schedules.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Expired Records Not Purged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Financial records dating back 15 years are still stored on-site, despite a 7-year legal retention limit.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litigation discovery risks and excessive storage costs.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Execute a bulk shredding project for all documents past their retention period.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Insecure Document Disposal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Highly sensitive payroll documents were found in regular recycling bins instead of locked shredding consoles.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disclosure of PII and potential GDPR/regulatory fines.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Replace open recycling bins in administrative areas with locked security consoles for sensitive paper.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Update the Global Records Retention Schedule.</a:t>
            </a:r>
          </a:p>
          <a:p>
            <a:pPr lvl="0" indent="-457200" marL="457200">
              <a:buAutoNum type="arabicPeriod"/>
            </a:pPr>
            <a:r>
              <a:rPr/>
              <a:t>Conduct annual training on sensitive data handling.</a:t>
            </a:r>
          </a:p>
          <a:p>
            <a:pPr lvl="0" indent="-457200" marL="457200">
              <a:buAutoNum type="arabicPeriod"/>
            </a:pPr>
            <a:r>
              <a:rPr/>
              <a:t>Partner with a certified secure destruction vendor for site-wide clearances.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Retention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General Counsel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Shredding 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Office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2026-01-26T06:02:49Z</dcterms:created>
  <dcterms:modified xsi:type="dcterms:W3CDTF">2026-01-26T06:02:49Z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