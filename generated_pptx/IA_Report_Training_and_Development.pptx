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Report:</a:t>
            </a:r>
            <a:r>
              <a:rPr/>
              <a:t> Employee Training and Development Program Audit</a:t>
            </a:r>
          </a:p>
          <a:p>
            <a:pPr lvl="0" indent="0" marL="0">
              <a:buNone/>
            </a:pPr>
            <a:r>
              <a:rPr b="1"/>
              <a:t>Business Unit:</a:t>
            </a:r>
            <a:r>
              <a:rPr/>
              <a:t> Human Resources</a:t>
            </a:r>
          </a:p>
          <a:p>
            <a:pPr lvl="0" indent="0" marL="0">
              <a:buNone/>
            </a:pPr>
            <a:r>
              <a:rPr b="1"/>
              <a:t>Date:</a:t>
            </a:r>
            <a:r>
              <a:rPr/>
              <a:t> March 20,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verify the effectiveness of mandatory training and the accuracy of certification records.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company spends $300k annually on external training and certifications.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the Learning Management System (LMS) and compliance training logs.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Low Completion Rates for Cybersecurity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Only 60% of employees completed the mandatory annual cybersecurity awareness course.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Increased vulnerability to phishing and social engineering attacks.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Link training completion to network access and performance reviews.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Missing Certification Proof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25% of specialized roles (e.g., forklift operators) lacked physical proof of valid certifications.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Operational safety hazards and potential OSHA fines.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Upload all digital copies of external certifications to the LMS.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In Progress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Enforce a ‘No Training, No Access’ policy for critical systems.</a:t>
            </a:r>
          </a:p>
          <a:p>
            <a:pPr lvl="0" indent="-457200" marL="457200">
              <a:buAutoNum type="arabicPeriod"/>
            </a:pPr>
            <a:r>
              <a:rPr/>
              <a:t>Automate certification expiry reminders for managers.</a:t>
            </a:r>
          </a:p>
          <a:p>
            <a:pPr lvl="0" indent="-457200" marL="457200">
              <a:buAutoNum type="arabicPeriod"/>
            </a:pPr>
            <a:r>
              <a:rPr/>
              <a:t>Survey employees on the relevance of current training content.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LMS Auto-Reminders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HRIS Analyst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June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Security Training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May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Cert Document Drive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Dept Managers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July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2026-01-25T15:34:06Z</dcterms:created>
  <dcterms:modified xsi:type="dcterms:W3CDTF">2026-01-25T15:34:06Z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