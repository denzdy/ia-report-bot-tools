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Operational Petty Cash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Regional Branch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20,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the security of petty cash funds and the validity of small-value disbursements.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15 regional branches maintain petty cash floats ranging from $500 to $2,000.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Surprise cash counts and voucher audits at 5 selected regional branches.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Missing Reconciliation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3 out of 5 branches visited did not perform weekly cash reconciliations as required by policy.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Undetected theft or loss of funds; financial reporting inaccuracies.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a weekly sign-off by the Branch Manager on a standardized cash reconciliation form.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Commingling of Personal and Company Funds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Personal funds and ‘IOU’ notes from employees were found in the petty cash lockbox at one location.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High risk of fraud and lack of accountability for corporate assets.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Strictly prohibit ‘IOUs’ and enforce immediate disciplinary action for commingling of funds.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petty cash reconciliation templates.</a:t>
            </a:r>
          </a:p>
          <a:p>
            <a:pPr lvl="0" indent="-457200" marL="457200">
              <a:buAutoNum type="arabicPeriod"/>
            </a:pPr>
            <a:r>
              <a:rPr/>
              <a:t>Perform monthly unannounced cash counts by Regional Controllers.</a:t>
            </a:r>
          </a:p>
          <a:p>
            <a:pPr lvl="0" indent="-457200" marL="457200">
              <a:buAutoNum type="arabicPeriod"/>
            </a:pPr>
            <a:r>
              <a:rPr/>
              <a:t>Phase out physical petty cash in favor of corporate ‘P-Cards’ for small spend.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P-Card Rollout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VP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September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Surprise Counts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Regional Auditor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Monthly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Briefing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Branch Managers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