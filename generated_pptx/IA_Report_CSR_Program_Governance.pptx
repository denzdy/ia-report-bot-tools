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Corporate Social Responsibility (CSR)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Corporate Affairs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25,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CSR funds are disbursed to legitimate organizations and impact is verified.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CSR budget for the current year is $1.5M, distributed across 20 global NGOs.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Due diligence review of recipient charities and audit of project completion reports.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Lack of Due Diligence on New NGOs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Three new charities received funding before completion of the mandatory anti-bribery and corruption (ABC) screening.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Reputational damage and potential violations of international anti-corruption laws.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Compliance sign-off before any CSR funds can be released to a new entity.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Insufficient Monitoring of 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40% of funded projects did not submit a final impact report as required by the grant agreement.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Funds being used for purposes other than intended; inability to prove CSR impact.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Withhold final 20% of funding until the project impact report is received and verified.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mandatory due diligence for all CSR partners.</a:t>
            </a:r>
          </a:p>
          <a:p>
            <a:pPr lvl="0" indent="-457200" marL="457200">
              <a:buAutoNum type="arabicPeriod"/>
            </a:pPr>
            <a:r>
              <a:rPr/>
              <a:t>Link funding tranches to the submission of progress reports.</a:t>
            </a:r>
          </a:p>
          <a:p>
            <a:pPr lvl="0" indent="-457200" marL="457200">
              <a:buAutoNum type="arabicPeriod"/>
            </a:pPr>
            <a:r>
              <a:rPr/>
              <a:t>Perform site visits for high-value community projects.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ABC Screening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Funding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CSR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Partner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Internal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Ongoing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