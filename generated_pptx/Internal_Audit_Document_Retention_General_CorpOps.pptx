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Document Retention &amp; Disposal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26,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adherence to document retention policies and secure disposal procedures for corporate records.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Records include HR, legal, vendor and financial documentation retained across shared drives and physical archives.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Evaluation of retention schedules, disposal authorizations, and archived storage from 2020–2025.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Outdated Retention Schedules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Several record types lack updated retention periods and disposal criteria in the retention matrix.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Legal exposure, regulatory non-compliance, and unnecessary storage costs.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Review and update retention schedules with Legal and Records Management annually.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Insecure Physical Disposal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Contracted shredding logs were incomplete for two archive disposals; chain-of-custody not demonstrated.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Confidential data leakage and breach of privacy obligations.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Enforce certified disposal vendors and maintain signed chain-of-custody documentation.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Update retention schedule with Legal and Records annually.</a:t>
            </a:r>
          </a:p>
          <a:p>
            <a:pPr lvl="0" indent="-457200" marL="457200">
              <a:buAutoNum type="arabicPeriod"/>
            </a:pPr>
            <a:r>
              <a:rPr/>
              <a:t>Use certified disposal vendors and maintain disposal logs.</a:t>
            </a:r>
          </a:p>
          <a:p>
            <a:pPr lvl="0" indent="-457200" marL="457200">
              <a:buAutoNum type="arabicPeriod"/>
            </a:pPr>
            <a:r>
              <a:rPr/>
              <a:t>Archive digital records with access controls and encryption.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Retention schedule update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Records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Contract certified shredding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Implement digital archive controls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2026-01-27T17:01:14Z</dcterms:created>
  <dcterms:modified xsi:type="dcterms:W3CDTF">2026-01-27T17:01:14Z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