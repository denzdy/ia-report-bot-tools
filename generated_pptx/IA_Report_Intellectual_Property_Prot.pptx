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Audit of IP &amp; Trademark Protection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Legal &amp; R&amp;D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April 05,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ensure proprietary designs and trademarks are legally protected and securely stored.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company’s valuation is heavily tied to its portfolio of 50 patents and 100+ trademarks.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patent filing statuses and access controls for the R&amp;D design vault.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Unsecured Storage of Trade Secrets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Critical design specifications for the 2027 product line were stored on an unencrypted public shared drive.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Intellectual property theft and loss of competitive advantage.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Migrate all proprietary R&amp;D data to a secure, encrypted Product Lifecycle Management (PLM) system.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Lapsed Trademark Renewals in Emerging Markets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Trademarks in two key expansion markets were allowed to expire due to a lack of tracking.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Brand infringement and legal costs to reclaim brand rights.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Hire an external IP counsel to manage a global trademark renewal calendar.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Implement data loss prevention (DLP) tools for sensitive R&amp;D folders.</a:t>
            </a:r>
          </a:p>
          <a:p>
            <a:pPr lvl="0" indent="-457200" marL="457200">
              <a:buAutoNum type="arabicPeriod"/>
            </a:pPr>
            <a:r>
              <a:rPr/>
              <a:t>Centralize IP management with a dedicated legal tracking tool.</a:t>
            </a:r>
          </a:p>
          <a:p>
            <a:pPr lvl="0" indent="-457200" marL="457200">
              <a:buAutoNum type="arabicPeriod"/>
            </a:pPr>
            <a:r>
              <a:rPr/>
              <a:t>Conduct annual IP awareness training for all engineers.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PLM Migration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R&amp;D Director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December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IP Counsel Hire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Legal Head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May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DLP Implementation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CISO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August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2026-01-26T06:02:51Z</dcterms:created>
  <dcterms:modified xsi:type="dcterms:W3CDTF">2026-01-26T06:02:51Z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