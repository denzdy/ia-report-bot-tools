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Audit of Business Continuity &amp; Disaster Recovery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Risk Management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February 28,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test the readiness of the Business Continuity Plan (BCP) and backup systems.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Critical business operations rely on 100% availability of the primary data center.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Assessment of BCP documentation, testing logs, and offsite storage reliability.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Outdated Crisis Contact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The emergency call tree contained former employees and incorrect phone numbers for 30% of the key personnel.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Significant delays in mobilizing response teams during a major incident.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Integrate the BCP contact list with the HR system to ensure real-time updates.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Failure to Conduct Full Disaster Simulations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Only tabletop exercises were conducted in 2025; no physical failover test of the secondary site was performed.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Uncertainty regarding the actual Recovery Time Objective (RTO) during a real outage.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INADEQUATE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Schedule and execute a full functional failover test of critical systems to the DR site.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Update BCP documentation and contact lists quarterly.</a:t>
            </a:r>
          </a:p>
          <a:p>
            <a:pPr lvl="0" indent="-457200" marL="457200">
              <a:buAutoNum type="arabicPeriod"/>
            </a:pPr>
            <a:r>
              <a:rPr/>
              <a:t>Perform semi-annual disaster recovery failover tests.</a:t>
            </a:r>
          </a:p>
          <a:p>
            <a:pPr lvl="0" indent="-457200" marL="457200">
              <a:buAutoNum type="arabicPeriod"/>
            </a:pPr>
            <a:r>
              <a:rPr/>
              <a:t>Conduct mandatory BCP awareness training for all staff.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Contact List Sync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HRIS Manager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DR Failover Test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IT Ops Director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June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Awareness Training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Risk Manager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April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2026-01-26T06:02:49Z</dcterms:created>
  <dcterms:modified xsi:type="dcterms:W3CDTF">2026-01-26T06:02:49Z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