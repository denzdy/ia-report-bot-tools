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Audit of ESG Data Collection &amp;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Sustainability Office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March 15,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verify the integrity of environmental data used in the Annual Sustainability Report.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company committed to a 20% reduction in carbon emissions by 2030.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Audit of electricity bills, waste logs, and travel data from the top 10 emitting sites.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Inconsistent Emission Calculation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Different regional offices used different conversion factors for Scope 2 emissions (electricity).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Material misstatement in the public ESG report and greenwashing allegations.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Centralize emission calculations using a single verified software platform.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Lack of Source Documentation for Waste Diversion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Several sites reported 90% waste diversion rates without supporting invoices from waste vendors.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Inaccurate sustainability claims and lack of audit trail for regulatory inquiries.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Mandate that all sites upload monthly waste certificates to the central sustainability portal.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Standardize ESG data collection templates globally.</a:t>
            </a:r>
          </a:p>
          <a:p>
            <a:pPr lvl="0" indent="-457200" marL="457200">
              <a:buAutoNum type="arabicPeriod"/>
            </a:pPr>
            <a:r>
              <a:rPr/>
              <a:t>Invest in an Enterprise ESG Management software.</a:t>
            </a:r>
          </a:p>
          <a:p>
            <a:pPr lvl="0" indent="-457200" marL="457200">
              <a:buAutoNum type="arabicPeriod"/>
            </a:pPr>
            <a:r>
              <a:rPr/>
              <a:t>Conduct internal verification of data before public release.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Software Selection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Sustainability VP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July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Data Standards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ESG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Site Training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Regional 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May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2026-01-26T06:02:50Z</dcterms:created>
  <dcterms:modified xsi:type="dcterms:W3CDTF">2026-01-26T06:02:50Z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