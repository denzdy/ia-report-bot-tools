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Mailroom &amp; Courier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20,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controls over incoming/outgoing mail, courier handling, and high-value package security.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Mailroom processes handle confidential correspondence and vendor deliveries for corporate offices.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mail acceptance, logging, recipient verification, and courier vetting procedures.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Inadequate Package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Package logs lacked recipient signatures and time stamps for 22% of high-value items.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Misplaced or misdelivered items and difficulty in tracing incidents.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mandatory recipient signature capture and digital timestamped logs for high-value packages.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Courier Vetting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Vendor due diligence for new couriers was not documented in two recent engagements.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Exposure to theft or compromised chain-of-custody.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Standardize courier onboarding with background checks and contractual security clauses.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digital package logging with recipient signatures.</a:t>
            </a:r>
          </a:p>
          <a:p>
            <a:pPr lvl="0" indent="-457200" marL="457200">
              <a:buAutoNum type="arabicPeriod"/>
            </a:pPr>
            <a:r>
              <a:rPr/>
              <a:t>Standardize courier vetting and contractual security requirements.</a:t>
            </a:r>
          </a:p>
          <a:p>
            <a:pPr lvl="0" indent="-457200" marL="457200">
              <a:buAutoNum type="arabicPeriod"/>
            </a:pPr>
            <a:r>
              <a:rPr/>
              <a:t>Train mailroom staff on secure handling of confidential items.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Digital logging implementation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 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Courier vetting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Mailroom staff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Mailroom Supervisor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2026-01-27T17:01:15Z</dcterms:created>
  <dcterms:modified xsi:type="dcterms:W3CDTF">2026-01-27T17:01:15Z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