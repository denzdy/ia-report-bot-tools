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Internal Audit of Corporate Fleet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Logistics &amp; Procurement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February 25,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evaluate fuel card usage and the vehicle maintenance program.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The fleet consists of 150 vehicles used for sales and field service operations.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Review of fuel logs, GPS tracking data, and maintenance records from 2025.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Fuel Card Misuse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Multiple fuel card transactions occurred on weekends for vehicles assigned for ‘business use only’.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Fraudulent use of corporate funds for personal travel.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Link fuel cards to specific vehicle IDs and implement monthly mileage-vs-fuel reconciliation.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Overdue Preventative Maintenance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12% of the fleet exceeded the manufacturer’s recommended service interval by more than 3,000 miles.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Increased repair costs, vehicle downtime, and potential safety liability.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Automate maintenance alerts based on real-time odometer readings from the GPS system.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Implement strict fuel card controls and PIN requirements.</a:t>
            </a:r>
          </a:p>
          <a:p>
            <a:pPr lvl="0" indent="-457200" marL="457200">
              <a:buAutoNum type="arabicPeriod"/>
            </a:pPr>
            <a:r>
              <a:rPr/>
              <a:t>Establish a central fleet dashboard for maintenance tracking.</a:t>
            </a:r>
          </a:p>
          <a:p>
            <a:pPr lvl="0" indent="-457200" marL="457200">
              <a:buAutoNum type="arabicPeriod"/>
            </a:pPr>
            <a:r>
              <a:rPr/>
              <a:t>Review vehicle utilization rates to identify underused assets.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Fuel Log Audit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Fleet Supervisor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GPS Integration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IT Director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Maintenance Policy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Procurement Head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2026-01-26T06:02:49Z</dcterms:created>
  <dcterms:modified xsi:type="dcterms:W3CDTF">2026-01-26T06:02:49Z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