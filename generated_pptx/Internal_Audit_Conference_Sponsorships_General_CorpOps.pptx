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Conference Sponsorships &amp; Promotional Spend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13,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governance around sponsorship commitments, budget controls, and ROI tracking for conferences.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Sponsorships are managed by corporate communications and sales with varying approval practices.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Examine sponsorship approvals, contract terms, benefits delivery, and post-event ROI reporting.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Sponsorship Contract Shortcomings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One sponsorship contract lacked defined deliverables and measurable benefits clauses.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Inability to enforce sponsor benefits and poor value for money.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sponsorship contracts with defined deliverables, KPIs and remediation clauses.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ROI Tracking Not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Post-event ROI assessments were not conducted for major sponsorships in 2025.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Continued spend without evidence of effectiveness or alignment with strategic objectives.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standardized post-event ROI reports and tie future approvals to performance.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sponsorship contracts with KPIs.</a:t>
            </a:r>
          </a:p>
          <a:p>
            <a:pPr lvl="0" indent="-457200" marL="457200">
              <a:buAutoNum type="arabicPeriod"/>
            </a:pPr>
            <a:r>
              <a:rPr/>
              <a:t>Mandate post-event ROI reporting for major sponsorships.</a:t>
            </a:r>
          </a:p>
          <a:p>
            <a:pPr lvl="0" indent="-457200" marL="457200">
              <a:buAutoNum type="arabicPeriod"/>
            </a:pPr>
            <a:r>
              <a:rPr/>
              <a:t>Centralize sponsorship approval and tracking.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Sponsorship contract template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Legal/Comms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ROI reporting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Marketing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Central approval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Comms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