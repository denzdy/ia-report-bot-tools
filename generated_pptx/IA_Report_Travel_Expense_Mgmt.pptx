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of Corporate Travel &amp; Expense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Finance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February 15,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evaluate the effectiveness of the Travel &amp; Expense (T&amp;E) policy and reimbursement process.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Corporate travel spend increased by 30% in the last fiscal year, totaling $4.5M.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Audit of expense reports from June 2025 to January 2026, focusing on high-value reimbursements.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Non-Itemized Expense Submissions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22% of sampled expenses were approved without itemized receipts, showing only total amounts.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Failure to distinguish between business and personal expenses; tax non-compliance.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Enforce a strict policy requiring digital uploads of itemized receipts for all transactions over $25.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Late Submission of Expense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Claims are regularly submitted more than 60 days post-travel, exceeding the 30-day policy limit.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Budgeting inaccuracies and poor cash flow forecasting.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automated reminders and a ‘soft-lock’ on corporate cards for accounts with overdue claims.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Mandate itemized receipts for all reimbursement tiers.</a:t>
            </a:r>
          </a:p>
          <a:p>
            <a:pPr lvl="0" indent="-457200" marL="457200">
              <a:buAutoNum type="arabicPeriod"/>
            </a:pPr>
            <a:r>
              <a:rPr/>
              <a:t>Integrate automated receipt scanning (OCR) into the ERP system.</a:t>
            </a:r>
          </a:p>
          <a:p>
            <a:pPr lvl="0" indent="-457200" marL="457200">
              <a:buAutoNum type="arabicPeriod"/>
            </a:pPr>
            <a:r>
              <a:rPr/>
              <a:t>Enforce 30-day claim submission deadlines via system notifications.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Policy Revision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Finance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OCR Integration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Submission 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HR 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2026-01-26T06:02:49Z</dcterms:created>
  <dcterms:modified xsi:type="dcterms:W3CDTF">2026-01-26T06:02:49Z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