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Records Management Access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review access controls to corporate records, permission review cycles, and privileged access monitoring.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Records include HR, finance and legal documents stored across cloud repositories and local servers.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Assessment of access provisioning, periodic entitlement reviews, and privileged access logging.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Access Entitlement Review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Periodic entitlement reviews were not completed for two shared repositories in 2025.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Excessive or stale access leading to unauthorized data exposure.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Schedule quarterly entitlement reviews and recertifications for sensitive repositories.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Privileged Access Logging Not Retained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Privileged access logs were overwritten after 30 days, limiting forensic capability.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Inability to investigate incidents and identify misuse of privileged accounts.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Extend privileged access log retention to meet forensic and compliance requirements.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Implement quarterly entitlement recertifications for sensitive repositories.</a:t>
            </a:r>
          </a:p>
          <a:p>
            <a:pPr lvl="0" indent="-457200" marL="457200">
              <a:buAutoNum type="arabicPeriod"/>
            </a:pPr>
            <a:r>
              <a:rPr/>
              <a:t>Extend privileged access log retention and ensure secure storage.</a:t>
            </a:r>
          </a:p>
          <a:p>
            <a:pPr lvl="0" indent="-457200" marL="457200">
              <a:buAutoNum type="arabicPeriod"/>
            </a:pPr>
            <a:r>
              <a:rPr/>
              <a:t>Enforce least-privilege for records access.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Entitlement review schedule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Records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Extend log retention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Least-privilege rollout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IAM 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