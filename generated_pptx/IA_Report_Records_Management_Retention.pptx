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Report:</a:t>
            </a:r>
            <a:r>
              <a:rPr/>
              <a:t> Corporate Records Management and Document Retention Audit</a:t>
            </a:r>
          </a:p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Legal and Compliance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February 20,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ensure compliance with statutory retention periods and secure disposal of sensitive data.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Storage consists of 2,000 physical boxes and 50TB of digitized records.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the Records Retention Schedule (RRS) and off-site storage security.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Over-Retention of Personal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HR records for former employees are being kept 5 years past the legal limit.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Legal non-compliance and increased liability during data breaches.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Execute a mass purge of records exceeding the RRS thresholds.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Lack of Encryption for Digital Archives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Legacy digital archives are stored on unencrypted network drives.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Exposure of sensitive intellectual property to unauthorized internal users.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Migrate all digital archives to a secure, encrypted Document Management System (DMS).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Not Started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Update the Corporate Retention Policy.</a:t>
            </a:r>
          </a:p>
          <a:p>
            <a:pPr lvl="0" indent="-457200" marL="457200">
              <a:buAutoNum type="arabicPeriod"/>
            </a:pPr>
            <a:r>
              <a:rPr/>
              <a:t>Automate the deletion process for digital records.</a:t>
            </a:r>
          </a:p>
          <a:p>
            <a:pPr lvl="0" indent="-457200" marL="457200">
              <a:buAutoNum type="arabicPeriod"/>
            </a:pPr>
            <a:r>
              <a:rPr/>
              <a:t>Conduct annual audits of the off-site physical storage vendor.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Retention Purge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Compliance Officer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DMS Migration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December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Policy Refresh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General Counsel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2026-01-25T15:34:06Z</dcterms:created>
  <dcterms:modified xsi:type="dcterms:W3CDTF">2026-01-25T15:34:06Z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