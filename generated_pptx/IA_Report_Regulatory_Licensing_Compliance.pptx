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Regulatory Licensing &amp; Permits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Legal &amp;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28,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all operational licenses and permits are valid and current across all regions.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business requires over 200 specific permits to operate its manufacturing and retail sites.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Inventory check of business licenses, environmental permits, and trade certifications.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Expired Operating Permits in Remote 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Three remote distribution centers were found to be operating with business licenses that expired in 2025.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Legal fines, site closures, and business interruption by local authorities.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Establish a central ‘Compliance Calendar’ managed by the Legal department for all site permits.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Inconsistent Tracking of Professional Licenses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company does not centrally track the professional certifications of its licensed engineers.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Liability issues if work is performed by staff with lapsed professional standing.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Upload all professional licenses to the HRIS and set up automated expiry notifications.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Centralize all corporate and site-specific permits in a single database.</a:t>
            </a:r>
          </a:p>
          <a:p>
            <a:pPr lvl="0" indent="-457200" marL="457200">
              <a:buAutoNum type="arabicPeriod"/>
            </a:pPr>
            <a:r>
              <a:rPr/>
              <a:t>Designate ‘Compliance Leads’ at each site responsible for renewals.</a:t>
            </a:r>
          </a:p>
          <a:p>
            <a:pPr lvl="0" indent="-457200" marL="457200">
              <a:buAutoNum type="arabicPeriod"/>
            </a:pPr>
            <a:r>
              <a:rPr/>
              <a:t>Conduct annual internal audits of the licensing status.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Compliance Calendar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Legal Counsel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License Uploads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Audit Schedule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Internal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July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