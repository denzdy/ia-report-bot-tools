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Physical Security &amp; CCTV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12,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CCTV coverage adequacy, retention policies, and access to surveillance footage.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CCTV systems cover building entrances, critical common areas and select internal zones.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camera placement, footage retention, access controls, and incident logging procedures.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Camera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Blind spots were identified in two loading dock areas, reducing incident detection capability.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Missed security incidents and inability to investigate loss or breaches.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Conduct a camera coverage assessment and remediate blind spots with additional cameras.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Inadequate Access Controls to Footage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Shared credentials were observed for CCTV playback stations and no access logs were retained.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Unauthorized access to footage and lack of audit trail for investigations.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role-based access, unique credentials, and retention of access logs for footage retrieval.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Remediate CCTV blind spots in critical areas.</a:t>
            </a:r>
          </a:p>
          <a:p>
            <a:pPr lvl="0" indent="-457200" marL="457200">
              <a:buAutoNum type="arabicPeriod"/>
            </a:pPr>
            <a:r>
              <a:rPr/>
              <a:t>Implement unique, role-based access to footage playback and logging.</a:t>
            </a:r>
          </a:p>
          <a:p>
            <a:pPr lvl="0" indent="-457200" marL="457200">
              <a:buAutoNum type="arabicPeriod"/>
            </a:pPr>
            <a:r>
              <a:rPr/>
              <a:t>Review retention policy to meet investigative needs.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CCTV coverage assessment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Role-based access controls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Access logging implementation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 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