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Meetings &amp; Events Spend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19,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governance, budgeting and approval controls over corporate meetings and events.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Events include client forums, internal town halls and vendor-sponsored activities with variable budgets.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Sampled event budgets, approvals, vendor selection and post-event reconciliations for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Weak Vendor Selection for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Several event vendors were engaged without competitive quotes or documented rationale.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Higher costs, vendor favoritism, and missed savings opportunities.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Apply competitive sourcing for event vendors above an approval threshold and document exceptions.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Budget Overruns Without Approvals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4 of 10 events exceeded budgets by &gt;15% without documented change approvals.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Uncontrolled expenditure and inaccurate financial reporting.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Require formal change approvals and contingency tracking for event budgets.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Require competitive sourcing for significant event spend.</a:t>
            </a:r>
          </a:p>
          <a:p>
            <a:pPr lvl="0" indent="-457200" marL="457200">
              <a:buAutoNum type="arabicPeriod"/>
            </a:pPr>
            <a:r>
              <a:rPr/>
              <a:t>Enforce budget change approvals and contingency tracking.</a:t>
            </a:r>
          </a:p>
          <a:p>
            <a:pPr lvl="0" indent="-457200" marL="457200">
              <a:buAutoNum type="arabicPeriod"/>
            </a:pPr>
            <a:r>
              <a:rPr/>
              <a:t>Post-event vendor performance reviews.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Event vendor sourcing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Events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Budget change approval workflow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Post-event reviews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Events Coordinator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Ongoing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