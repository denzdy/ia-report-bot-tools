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Fixed Asset Lifecycle and Verification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Operations &amp; Facilities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12,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the existence and valuation of physical assets listed on the balance sheet.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maintains $15M in fixed assets, including machinery and IT hardware.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Physical inspection of assets in regional offices and review of depreciation schedules.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Asset Registry Discrepancies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15% of physical assets sampled were not found in the central asset register.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Misstatement of financial assets and lack of physical control.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Perform a wall-to-wall physical inventory count immediately.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Improper Disposal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Retired laptops were sold or donated without documented data wiping certificates.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Data breach and non-compliance with privacy regulations (GDPR/CCPA).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Formalize a disposal protocol involving IT security verification.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Synchronize the Fixed Asset Register with physical counts.</a:t>
            </a:r>
          </a:p>
          <a:p>
            <a:pPr lvl="0" indent="-457200" marL="457200">
              <a:buAutoNum type="arabicPeriod"/>
            </a:pPr>
            <a:r>
              <a:rPr/>
              <a:t>Implement a tagging system using RFID or QR codes.</a:t>
            </a:r>
          </a:p>
          <a:p>
            <a:pPr lvl="0" indent="-457200" marL="457200">
              <a:buAutoNum type="arabicPeriod"/>
            </a:pPr>
            <a:r>
              <a:rPr/>
              <a:t>Establish a standard operating procedure (SOP) for asset decommissioning.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Asset Tagging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Wiping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Register Reconciliation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2026-01-25T15:34:05Z</dcterms:created>
  <dcterms:modified xsi:type="dcterms:W3CDTF">2026-01-25T15:34:05Z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