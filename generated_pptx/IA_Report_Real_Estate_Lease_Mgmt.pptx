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Real Estate &amp; Lease Accounting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Finance &amp; Legal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March 22,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lease obligations are accurately recorded and renewals are managed proactively.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manages 45 office and warehouse leases globally under IFRS 16.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Audit of lease contracts, payment schedules, and critical date tracking for 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Missed Lease Termination Deadlines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Failure to provide notice on an underutilized warehouse lease led to an automatic 1-year renewal ($200k cost).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Unnecessary financial expenditure on surplus real estate capacity.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a central lease management dashboard with 12-month advance notifications for all critical dates.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Inaccurate Incremental Borrowing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The discount rates used for IFRS 16 valuations were not updated to reflect current market conditions.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Material misstatement of Lease Liabilities and Right-of-Use assets in the Balance Sheet.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Establish a quarterly review process with the Treasury team to update borrowing rates.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Centralize lease administration into a specialized software tool.</a:t>
            </a:r>
          </a:p>
          <a:p>
            <a:pPr lvl="0" indent="-457200" marL="457200">
              <a:buAutoNum type="arabicPeriod"/>
            </a:pPr>
            <a:r>
              <a:rPr/>
              <a:t>Establish a formal Lease Renewal Committee to review space needs.</a:t>
            </a:r>
          </a:p>
          <a:p>
            <a:pPr lvl="0" indent="-457200" marL="457200">
              <a:buAutoNum type="arabicPeriod"/>
            </a:pPr>
            <a:r>
              <a:rPr/>
              <a:t>Audit all active lease payment schedules against base rent clauses.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Lease Software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Real Estate 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October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Rate 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Treasury Mgr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Surplus 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CFO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2026-01-26T06:02:50Z</dcterms:created>
  <dcterms:modified xsi:type="dcterms:W3CDTF">2026-01-26T06:02:50Z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