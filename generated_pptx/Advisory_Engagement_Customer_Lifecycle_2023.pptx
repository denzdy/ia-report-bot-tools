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Advisory Engagement: Post-Sales Customer Lifecycle Optimization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Customer Success Division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November 05, 2023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Executive Summary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provide consultative insights on streamlining the handoff from Sales to Customer Success and identifying opportunities to reduce customer churn through process automation.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division reported a 5% increase in churn. Management requested an advisory review to identify process bottlenecks and efficiency gains.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the internal handoff documentation, customer health scoring methodology, and the first 90 days of the customer journey.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Observation 1: Sales-to-Success Knowledge Gap</a:t>
            </a:r>
          </a:p>
          <a:p>
            <a:pPr lvl="0" indent="0" marL="0">
              <a:buNone/>
            </a:pPr>
            <a:r>
              <a:rPr b="1"/>
              <a:t>Issue:</a:t>
            </a:r>
            <a:r>
              <a:rPr/>
              <a:t> The transition of customer requirements from Sales to Success is currently manual and often lacks specific ‘success criteria’ defined during the sales cycle.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High churn risk due to misaligned expectations and delayed time-to-value for the customer.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Develop a standardized ‘Transition Playbook’ within the CRM that automatically populates key customer goals for the Success Team.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Advisory Insight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Observation 2: Underutilized Predictive Health Scoring</a:t>
            </a:r>
          </a:p>
          <a:p>
            <a:pPr lvl="0" indent="0" marL="0">
              <a:buNone/>
            </a:pPr>
            <a:r>
              <a:rPr b="1"/>
              <a:t>Issue:</a:t>
            </a:r>
            <a:r>
              <a:rPr/>
              <a:t> While a health scoring tool exists, it relies heavily on lagging indicators (e.g., historical login frequency) rather than leading indicators (e.g., support ticket sentiment).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Missed opportunities to proactively intervene before a customer decides to cancel their subscription.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Integrate Sentiment Analysis and API-usage depth into the Health Score algorithm to provide more predictive insights.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Advisory Insight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Recommendations Summary</a:t>
            </a:r>
          </a:p>
          <a:p>
            <a:pPr lvl="0" indent="-342900" marL="342900">
              <a:buAutoNum type="arabicPeriod"/>
            </a:pPr>
            <a:r>
              <a:rPr b="1"/>
              <a:t>Process Integration:</a:t>
            </a:r>
            <a:r>
              <a:rPr/>
              <a:t> Automate the ‘Account Handoff’ task trigger in the CRM to ensure 100% visibility of new accounts.</a:t>
            </a:r>
          </a:p>
          <a:p>
            <a:pPr lvl="0" indent="-342900" marL="342900">
              <a:buAutoNum type="arabicPeriod"/>
            </a:pPr>
            <a:r>
              <a:rPr b="1"/>
              <a:t>Metric Enhancement:</a:t>
            </a:r>
            <a:r>
              <a:rPr/>
              <a:t> Shift from static health reporting to dynamic, AI-driven predictive modeling for customer sentiment.</a:t>
            </a:r>
          </a:p>
          <a:p>
            <a:pPr lvl="0" indent="-342900" marL="342900">
              <a:buAutoNum type="arabicPeriod"/>
            </a:pPr>
            <a:r>
              <a:rPr b="1"/>
              <a:t>Cross-Functional Alignment:</a:t>
            </a:r>
            <a:r>
              <a:rPr/>
              <a:t> Establish monthly syncs between Sales and CS leads to review ‘Post-Mortems’ of churned accounts.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Launch ‘Transition Playbook’ in CRM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VP of Customer Success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Jan 20, 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Update Health Score Algorithm Parameters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Science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15, 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Implement Monthly Sales/CS Feedback 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Head of Sales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 01, 2023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2026-01-20T08:06:35Z</dcterms:created>
  <dcterms:modified xsi:type="dcterms:W3CDTF">2026-01-20T08:06:35Z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