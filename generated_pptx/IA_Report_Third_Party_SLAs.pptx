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Report:</a:t>
            </a:r>
            <a:r>
              <a:rPr/>
              <a:t> Third-Party Service Level Agreement (SLA) Compliance Audit</a:t>
            </a:r>
          </a:p>
          <a:p>
            <a:pPr lvl="0" indent="0" marL="0">
              <a:buNone/>
            </a:pPr>
            <a:r>
              <a:rPr b="1"/>
              <a:t>Business Unit:</a:t>
            </a:r>
            <a:r>
              <a:rPr/>
              <a:t> Procurement / IT Services</a:t>
            </a:r>
          </a:p>
          <a:p>
            <a:pPr lvl="0" indent="0" marL="0">
              <a:buNone/>
            </a:pPr>
            <a:r>
              <a:rPr b="1"/>
              <a:t>Date:</a:t>
            </a:r>
            <a:r>
              <a:rPr/>
              <a:t> April 05,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verify that key service providers are meeting their contractual obligations.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The company relies on outsourced IT and logistics providers for core operations.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Audit of SLA reports from the top 5 vendors by spend.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Unclaimed Service Credits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The IT provider missed ‘Uptime’ SLAs three times in 2025, but no financial credits were claimed.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Failure to recover costs for service disruptions.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Assign a contract manager to review vendor performance against billing.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Open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Lack of Independent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The company relies solely on vendor-provided reports for SLA performance data.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Potential manipulation of data by vendors to avoid penalties.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INADEQUATE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Implement internal monitoring tools to independently track vendor performance.</a:t>
            </a:r>
          </a:p>
          <a:p>
            <a:pPr lvl="0" indent="0" marL="0">
              <a:buNone/>
            </a:pPr>
            <a:r>
              <a:rPr b="1"/>
              <a:t>Status:</a:t>
            </a:r>
            <a:r>
              <a:rPr/>
              <a:t> In Progress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Establish a formal Vendor Performance Management (VPM) framework.</a:t>
            </a:r>
          </a:p>
          <a:p>
            <a:pPr lvl="0" indent="-457200" marL="457200">
              <a:buAutoNum type="arabicPeriod"/>
            </a:pPr>
            <a:r>
              <a:rPr/>
              <a:t>Recover outstanding service credits from the IT provider.</a:t>
            </a:r>
          </a:p>
          <a:p>
            <a:pPr lvl="0" indent="-457200" marL="457200">
              <a:buAutoNum type="arabicPeriod"/>
            </a:pPr>
            <a:r>
              <a:rPr/>
              <a:t>Install independent uptime monitoring software.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VPM Framework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Procurement Head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August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Credit Recovery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Finance Director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June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Monitoring Tools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IT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July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2026-01-25T15:34:07Z</dcterms:created>
  <dcterms:modified xsi:type="dcterms:W3CDTF">2026-01-25T15:34:07Z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