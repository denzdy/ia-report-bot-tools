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Internal Audit - Document Disposal &amp; DRM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General Corporate Operations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January 10,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review secure disposal of records and application of digital rights management (DRM) to sensitive documents.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Sensitive records exist both in physical archives and shared digital repositories requiring controlled disposal and access.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Assessment of disposal logs, DRM application, and access controls for sensitive document sets.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DRM Not Consistently Applied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Sensitive financial and HR documents lacked DRM controls when stored in shared folders.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Unauthorized copying or distribution of sensitive data.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Apply DRM tags to sensitive document classes and enforce access policies at the file level.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Disposal Log Deficiencies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Disposal logs did not consistently record approver names and disposal methods for destroyed items.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Non-compliance with retention policies and inability to validate secure destruction.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Implement mandatory disposal log fields including approver, method, and certificate of destruction.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Apply DRM to sensitive document classes and enforce file-level access controls.</a:t>
            </a:r>
          </a:p>
          <a:p>
            <a:pPr lvl="0" indent="-457200" marL="457200">
              <a:buAutoNum type="arabicPeriod"/>
            </a:pPr>
            <a:r>
              <a:rPr/>
              <a:t>Standardize disposal logs with required mandatory fields.</a:t>
            </a:r>
          </a:p>
          <a:p>
            <a:pPr lvl="0" indent="-457200" marL="457200">
              <a:buAutoNum type="arabicPeriod"/>
            </a:pPr>
            <a:r>
              <a:rPr/>
              <a:t>Annual review of document handling practices with Legal.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DRM rollout plan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IT Security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Disposal log standardization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Records 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Feb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Annual handling review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Legal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2026-01-27T17:01:16Z</dcterms:created>
  <dcterms:modified xsi:type="dcterms:W3CDTF">2026-01-27T17:01:16Z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