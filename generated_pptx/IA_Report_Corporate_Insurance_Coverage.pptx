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Title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Report:</a:t>
            </a:r>
            <a:r>
              <a:rPr/>
              <a:t> Corporate Insurance and Risk Coverage Audit</a:t>
            </a:r>
          </a:p>
          <a:p>
            <a:pPr lvl="0" indent="0" marL="0">
              <a:buNone/>
            </a:pPr>
            <a:r>
              <a:rPr b="1"/>
              <a:t>Business Unit:</a:t>
            </a:r>
            <a:r>
              <a:rPr/>
              <a:t> Risk Management</a:t>
            </a:r>
          </a:p>
          <a:p>
            <a:pPr lvl="0" indent="0" marL="0">
              <a:buNone/>
            </a:pPr>
            <a:r>
              <a:rPr b="1"/>
              <a:t>Date:</a:t>
            </a:r>
            <a:r>
              <a:rPr/>
              <a:t> March 22,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ensure that all corporate assets and liabilities are adequately insured.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Insurance premiums total $2.5M annually across 10 global policies.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Review of policy limits, deductibles, and timely renewal of key coverages.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Underinsured Physical Assets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Policy limits for the primary warehouse haven’t been updated to reflect the 2025 expansion.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Significant financial shortfall in the event of a total loss claim.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INADEQUATE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Perform an annual appraisal of assets prior to policy renewal.</a:t>
            </a:r>
          </a:p>
          <a:p>
            <a:pPr lvl="0" indent="0" marL="0">
              <a:buNone/>
            </a:pPr>
            <a:r>
              <a:rPr b="1"/>
              <a:t>Status:</a:t>
            </a:r>
            <a:r>
              <a:rPr/>
              <a:t> Open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Missing Cyber Insurance Endorsements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The current cyber policy lacks coverage for social engineering/wire fraud.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No financial recourse for losses resulting from phishing or impersonation.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Update the cyber policy to include ‘Fraudulent Instruction’ coverage.</a:t>
            </a:r>
          </a:p>
          <a:p>
            <a:pPr lvl="0" indent="0" marL="0">
              <a:buNone/>
            </a:pPr>
            <a:r>
              <a:rPr b="1"/>
              <a:t>Status:</a:t>
            </a:r>
            <a:r>
              <a:rPr/>
              <a:t> In Progress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Conduct a full insurance gap analysis with an external broker.</a:t>
            </a:r>
          </a:p>
          <a:p>
            <a:pPr lvl="0" indent="-457200" marL="457200">
              <a:buAutoNum type="arabicPeriod"/>
            </a:pPr>
            <a:r>
              <a:rPr/>
              <a:t>Update asset values in the policy schedule annually.</a:t>
            </a:r>
          </a:p>
          <a:p>
            <a:pPr lvl="0" indent="-457200" marL="457200">
              <a:buAutoNum type="arabicPeriod"/>
            </a:pPr>
            <a:r>
              <a:rPr/>
              <a:t>Centralize policy management in a digital risk portal.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Gap Analysis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Risk Director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August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Policy Endorsement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CFO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April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Asset Appraisal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Controller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June 2026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2026-01-25T15:34:07Z</dcterms:created>
  <dcterms:modified xsi:type="dcterms:W3CDTF">2026-01-25T15:34:07Z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