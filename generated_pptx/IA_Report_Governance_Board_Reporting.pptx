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Corporate Governance &amp; Board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Corporate Secretariat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March 12,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compliance with governance frameworks and the accuracy of board meeting records.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Board of Directors meets quarterly to review strategic objectives and risk appetites.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board minutes, conflict of interest disclosures, and resolution tracking for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Delayed Finalization of Meeting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Minutes for the Q3 Board Meeting were not finalized or signed for 4 months following the session.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Lack of legal record for key decisions; potential for disputes over approved resolutions.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Establish a 14-day KPI for the distribution and approval of draft minutes.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Missing Conflict of Interest Disclosures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2 out of 10 Senior Executives had not submitted their annual Conflict of Interest (COI) disclosure forms.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Unidentified related-party transactions and breach of fiduciary duties.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Transition the COI disclosure process to an automated annual digital campaign.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strict timelines for board documentation approval.</a:t>
            </a:r>
          </a:p>
          <a:p>
            <a:pPr lvl="0" indent="-457200" marL="457200">
              <a:buAutoNum type="arabicPeriod"/>
            </a:pPr>
            <a:r>
              <a:rPr/>
              <a:t>Digitalize the conflict of interest disclosure process.</a:t>
            </a:r>
          </a:p>
          <a:p>
            <a:pPr lvl="0" indent="-457200" marL="457200">
              <a:buAutoNum type="arabicPeriod"/>
            </a:pPr>
            <a:r>
              <a:rPr/>
              <a:t>Implement a tracking log for all board-mandated action items.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Minutes KPI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Co-Sec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COI 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/ Legal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 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Governance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2026-01-26T06:02:50Z</dcterms:created>
  <dcterms:modified xsi:type="dcterms:W3CDTF">2026-01-26T06:02:50Z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