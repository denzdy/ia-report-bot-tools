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Internal Audit of Travel and Expense (T&amp;E) Management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Corporate Finance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February 10,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corporate expense claims are valid, business-related, and compliant with policy.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T&amp;E budget exceeds $1.2M annually across 500 active claimants.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expense reports from July 2025 to December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Inadequate Documentation for High-Value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20% of sampled claims over $500 lacked itemized receipts, only showing total credit card slips.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Fraudulent charges or personal expenses reimbursed as business costs.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itemized receipts for all transactions exceeding $25.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Duplicate Reimbursement Submissions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Systematic failure to detect duplicate entries across different reporting periods for the same receipt.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Financial loss due to double payments to employees.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automated duplicate detection software within the expense management tool.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Not Started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Update T&amp;E policy to require itemized documentation.</a:t>
            </a:r>
          </a:p>
          <a:p>
            <a:pPr lvl="0" indent="-457200" marL="457200">
              <a:buAutoNum type="arabicPeriod"/>
            </a:pPr>
            <a:r>
              <a:rPr/>
              <a:t>Configure ERP alerts for duplicate invoice numbers or dates.</a:t>
            </a:r>
          </a:p>
          <a:p>
            <a:pPr lvl="0" indent="-457200" marL="457200">
              <a:buAutoNum type="arabicPeriod"/>
            </a:pPr>
            <a:r>
              <a:rPr/>
              <a:t>Conduct bi-monthly audits of executive-level expenses.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Revision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Software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Systems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Internal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2026-01-25T15:34:05Z</dcterms:created>
  <dcterms:modified xsi:type="dcterms:W3CDTF">2026-01-25T15:34:05Z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