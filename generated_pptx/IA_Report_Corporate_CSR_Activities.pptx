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Report:</a:t>
            </a:r>
            <a:r>
              <a:rPr/>
              <a:t> Corporate Social Responsibility (CSR) Spend and Impact Audit</a:t>
            </a:r>
          </a:p>
          <a:p>
            <a:pPr lvl="0" indent="0" marL="0">
              <a:buNone/>
            </a:pPr>
            <a:r>
              <a:rPr b="1"/>
              <a:t>Business Unit:</a:t>
            </a:r>
            <a:r>
              <a:rPr/>
              <a:t> Public Relations</a:t>
            </a:r>
          </a:p>
          <a:p>
            <a:pPr lvl="0" indent="0" marL="0">
              <a:buNone/>
            </a:pPr>
            <a:r>
              <a:rPr b="1"/>
              <a:t>Date:</a:t>
            </a:r>
            <a:r>
              <a:rPr/>
              <a:t> February 22,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verify that CSR funds are allocated to legitimate NGOs and achieve stated goals.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CSR budget is $500k, focused on local education and environmental sustainability.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Audit of grants awarded in the FY2025 cycle.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Insufficient NGO Due Diligence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Grants were awarded to 2 organizations without verifying their current non-profit status.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Potential funding of illegitimate entities and reputational damage.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Implement a formal ‘Know Your Partner’ (KYP) vetting process.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Open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Lack of Impact Measurement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No standardized reporting exists to track the actual outcomes of donated funds.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Inability to demonstrate ROI for social impact and wasted resources.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Require quarterly impact reports from all grant recipients.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Resolved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Standardize the grant application and vetting workflow.</a:t>
            </a:r>
          </a:p>
          <a:p>
            <a:pPr lvl="0" indent="-457200" marL="457200">
              <a:buAutoNum type="arabicPeriod"/>
            </a:pPr>
            <a:r>
              <a:rPr/>
              <a:t>Create a public-facing CSR impact dashboard.</a:t>
            </a:r>
          </a:p>
          <a:p>
            <a:pPr lvl="0" indent="-457200" marL="457200">
              <a:buAutoNum type="arabicPeriod"/>
            </a:pPr>
            <a:r>
              <a:rPr/>
              <a:t>Perform site visits for high-value projects.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KYP Implementation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Compliance Mgr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July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Impact Dashboard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 Lead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September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Site Visit Schedule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CSR Coordinator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Continuous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2026-01-25T15:34:06Z</dcterms:created>
  <dcterms:modified xsi:type="dcterms:W3CDTF">2026-01-25T15:34:06Z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