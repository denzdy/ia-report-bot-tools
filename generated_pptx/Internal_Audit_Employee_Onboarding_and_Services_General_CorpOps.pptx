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Employee Onboarding &amp; Corporate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7,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onboarding processes, provisioning of corporate services, and termination procedures for corporate employees.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Onboarding includes IT access, facility badges, workstation setup and administrative services.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process completeness, SLA adherence, and reconciliation between HR and service providers.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Onboarding Checklists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Onboarding checklists were incomplete for 20% of sampled new hires, delaying service provisioning.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Reduced productivity and potential security gaps due to inconsistent provisioning.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and enforce checklist completion with system gating prior to start date.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Termination Process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IT access revocation was delayed in several terminations due to manual handoffs.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access post-termination and potential data exposure.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Automate termination workflows linking HR events to IT and Facilities deprovisioning.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standardized onboarding checklists with gating.</a:t>
            </a:r>
          </a:p>
          <a:p>
            <a:pPr lvl="0" indent="-457200" marL="457200">
              <a:buAutoNum type="arabicPeriod"/>
            </a:pPr>
            <a:r>
              <a:rPr/>
              <a:t>Automate termination deprovisioning across HR, IT and Facilities.</a:t>
            </a:r>
          </a:p>
          <a:p>
            <a:pPr lvl="0" indent="-457200" marL="457200">
              <a:buAutoNum type="arabicPeriod"/>
            </a:pPr>
            <a:r>
              <a:rPr/>
              <a:t>Monthly reconciliation between HR and service owners.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Onboarding checklist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Termination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&amp; 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 HR reconciliations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BP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Ongoing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