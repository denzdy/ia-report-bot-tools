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Third-Party Facilities Contractors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9,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assess contractor onboarding, insurance verification, performance monitoring, and access controls for facilities vendors.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Multiple contractors perform maintenance, cleaning and security services under varied contract terms.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contractor vetting, insurance certificates, site access credentials, and performance logs.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Missing Insurance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Insurance certificates were not on file for two subcontractors working on-site.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Financial exposure for third-party incidents and breach of contractual obligations.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Require verified insurance certificates before site access and maintain expiration tracking.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Inconsistent Contractor Performance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Performance metrics and periodic reviews were not consistently documented across contractors.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Degraded service levels and lack of remediation for poor performance.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standardized KPIs and quarterly performance reviews with contract remediation clauses.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Enforce verified insurance certificates before contractor access.</a:t>
            </a:r>
          </a:p>
          <a:p>
            <a:pPr lvl="0" indent="-457200" marL="457200">
              <a:buAutoNum type="arabicPeriod"/>
            </a:pPr>
            <a:r>
              <a:rPr/>
              <a:t>Standardize contractor KPIs and quarterly reviews.</a:t>
            </a:r>
          </a:p>
          <a:p>
            <a:pPr lvl="0" indent="-457200" marL="457200">
              <a:buAutoNum type="arabicPeriod"/>
            </a:pPr>
            <a:r>
              <a:rPr/>
              <a:t>Centralize contractor records and access permissions.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Insurance verification process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Procurement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Contractor KPI framework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Facilities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Central contractor repository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Vendor Mgmt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2026-01-27T17:01:16Z</dcterms:created>
  <dcterms:modified xsi:type="dcterms:W3CDTF">2026-01-27T17:01:16Z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