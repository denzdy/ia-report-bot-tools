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Physical Security and Facilities Access Audit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Corporate Services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February 15,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evaluate the effectiveness of physical access controls and site safety measures.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main campus houses 800 employees and high-value data centers.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badge access logs, CCTV coverage, and visitor management systems.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Unrestricted Access to Server Rooms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Biometric scanners for the primary data center were found bypassed during business hours.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Unauthorized physical tampering with critical IT infrastructure.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Enforce strict ‘Always Locked’ policy and audit access logs weekly.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Outdated CCTV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25% of security cameras were non-functional or had obstructed views.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Inability to investigate security incidents or provide evidence of theft.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Contract a third-party maintenance provider for monthly camera checks.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Repair all faulty CCTV hardware immediately.</a:t>
            </a:r>
          </a:p>
          <a:p>
            <a:pPr lvl="0" indent="-457200" marL="457200">
              <a:buAutoNum type="arabicPeriod"/>
            </a:pPr>
            <a:r>
              <a:rPr/>
              <a:t>Re-verify access permissions for all personnel with ‘All Area’ access.</a:t>
            </a:r>
          </a:p>
          <a:p>
            <a:pPr lvl="0" indent="-457200" marL="457200">
              <a:buAutoNum type="arabicPeriod"/>
            </a:pPr>
            <a:r>
              <a:rPr/>
              <a:t>Install alarm sensors on high-security zone doors.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CCTV Repair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Facilities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Access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Security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Alarm Installation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Ops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2026-01-25T15:34:06Z</dcterms:created>
  <dcterms:modified xsi:type="dcterms:W3CDTF">2026-01-25T15:34:06Z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