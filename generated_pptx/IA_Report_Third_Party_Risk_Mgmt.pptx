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of Third-Party Risk Management (TPRM)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Global Procurement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March 08,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evaluate the due diligence process for onboarding and monitoring third-party vendors.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company relies on 400+ vendors for critical software, logistics, and data processing.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vendor risk assessments and SOC report reviews for 2025.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Incomplete Vendor Risk Assessments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35% of vendors identified as ‘High Risk’ had not completed the mandatory security questionnaire.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Onboarding vendors with poor security postures or financial instability.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Prevent vendor payment setup in the ERP until the Risk Assessment is ‘Approved’.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Expired Insurance Certificates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20% of onsite service providers had expired Liability Insurance certificates on file.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Financial liability for the company in the event of an onsite accident caused by a vendor.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a vendor management portal that sends automated alerts for expiring documents.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Mandate risk assessment completion for all new vendor contracts.</a:t>
            </a:r>
          </a:p>
          <a:p>
            <a:pPr lvl="0" indent="-457200" marL="457200">
              <a:buAutoNum type="arabicPeriod"/>
            </a:pPr>
            <a:r>
              <a:rPr/>
              <a:t>Monitor vendor insurance and compliance certificates centrally.</a:t>
            </a:r>
          </a:p>
          <a:p>
            <a:pPr lvl="0" indent="-457200" marL="457200">
              <a:buAutoNum type="arabicPeriod"/>
            </a:pPr>
            <a:r>
              <a:rPr/>
              <a:t>Conduct periodic ‘right-to-audit’ visits for critical suppliers.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TPRM Portal Launch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Procurement 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Risk Policy Update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Compliance Mgr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Insurance 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Risk Officer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2026-01-26T06:02:50Z</dcterms:created>
  <dcterms:modified xsi:type="dcterms:W3CDTF">2026-01-26T06:02:50Z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