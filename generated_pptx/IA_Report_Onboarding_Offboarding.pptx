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Employee Onboarding &amp; Offboarding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Human Resources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March 02,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new hires are properly vetted and terminated employees lose access promptly.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hired 300 and offboarded 120 employees in the last 12 months.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Verification of background checks for new hires and system deactivations for leavers.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Missing Background Check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10% of new hire files lacked evidence of completed criminal or education verification checks.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Hiring of unqualified or high-risk individuals; regulatory non-compliance.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Make background check clearance a prerequisite for generating an employee ID.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Delayed System Access Revocation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5 terminated employees retained active VPN and Email access for more than 72 hours after their final day.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Potential for data exfiltration or unauthorized system changes post-employment.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an automated ‘Leaver’ workflow that disables all accounts at midnight on the termination date.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Standardize the onboarding checklist to include all vetting requirements.</a:t>
            </a:r>
          </a:p>
          <a:p>
            <a:pPr lvl="0" indent="-457200" marL="457200">
              <a:buAutoNum type="arabicPeriod"/>
            </a:pPr>
            <a:r>
              <a:rPr/>
              <a:t>Automate the offboarding notification between HR and IT.</a:t>
            </a:r>
          </a:p>
          <a:p>
            <a:pPr lvl="0" indent="-457200" marL="457200">
              <a:buAutoNum type="arabicPeriod"/>
            </a:pPr>
            <a:r>
              <a:rPr/>
              <a:t>Conduct quarterly access reviews for ‘stale’ accounts.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Vetting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HR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Identity Mgmt Auto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Access Cleanup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Security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2026-01-26T06:02:50Z</dcterms:created>
  <dcterms:modified xsi:type="dcterms:W3CDTF">2026-01-26T06:02:50Z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