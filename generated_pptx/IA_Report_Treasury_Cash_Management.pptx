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Treasury Operations and Cash Management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Finance / Treasury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01,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secure handling of cash flows and accuracy of liquidity forecasting.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Treasury manages 15 bank accounts across 4 currencies with daily swings of $2M.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Bank reconciliation review and wire transfer authorization testing.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Delayed Bank Reconciliations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Two major operating accounts were not reconciled for over 45 days.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Undetected fraudulent transactions or significant accounting errors.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a 5-day month-end deadline for all bank reconciliations.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Weak Authentication for Wire Transfers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Wire transfers under $10k only require a single approver.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Susceptibility to Business Email Compromise (BEC) and internal fraud.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dual-factor authorization (MFA) for all outbound payments.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Automate bank feeds into the ERP for real-time reconciliation.</a:t>
            </a:r>
          </a:p>
          <a:p>
            <a:pPr lvl="0" indent="-457200" marL="457200">
              <a:buAutoNum type="arabicPeriod"/>
            </a:pPr>
            <a:r>
              <a:rPr/>
              <a:t>Update the Treasury Policy to require MFA for all payment tiers.</a:t>
            </a:r>
          </a:p>
          <a:p>
            <a:pPr lvl="0" indent="-457200" marL="457200">
              <a:buAutoNum type="arabicPeriod"/>
            </a:pPr>
            <a:r>
              <a:rPr/>
              <a:t>Rotate staff responsible for payment execution annually.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ERP Bank Feed 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August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Treasurer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Wire MFA Rollout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