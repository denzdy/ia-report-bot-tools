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Report:</a:t>
            </a:r>
            <a:r>
              <a:rPr/>
              <a:t> Inventory Management and Warehousing Controls Audit</a:t>
            </a:r>
          </a:p>
          <a:p>
            <a:pPr lvl="0" indent="0" marL="0">
              <a:buNone/>
            </a:pPr>
            <a:r>
              <a:rPr b="1"/>
              <a:t>Business Unit:</a:t>
            </a:r>
            <a:r>
              <a:rPr/>
              <a:t> Supply Chain</a:t>
            </a:r>
          </a:p>
          <a:p>
            <a:pPr lvl="0" indent="0" marL="0">
              <a:buNone/>
            </a:pPr>
            <a:r>
              <a:rPr b="1"/>
              <a:t>Date:</a:t>
            </a:r>
            <a:r>
              <a:rPr/>
              <a:t> March 10,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assess the accuracy of inventory records and the security of physical stock.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central warehouse holds $4M in raw materials and finished goods.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cycle counting processes and shrinkage reports for Q3-Q4 2025.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High Variance in Cycle Counts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Sampled counts showed a 12% variance between physical stock and ERP records.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Production delays due to stockouts or inflated financial statements.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Increase the frequency of cycle counts for high-value items.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Inadequate Climate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Temperature-sensitive materials were stored in non-regulated zones due to space constraints.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Material degradation and financial loss through spoiled inventory.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Re-configure warehouse layout and install real-time temperature sensors.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In Progress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Implement barcode scanning for all stock movements.</a:t>
            </a:r>
          </a:p>
          <a:p>
            <a:pPr lvl="0" indent="-457200" marL="457200">
              <a:buAutoNum type="arabicPeriod"/>
            </a:pPr>
            <a:r>
              <a:rPr/>
              <a:t>Invest in climate-controlled storage expansion.</a:t>
            </a:r>
          </a:p>
          <a:p>
            <a:pPr lvl="0" indent="-457200" marL="457200">
              <a:buAutoNum type="arabicPeriod"/>
            </a:pPr>
            <a:r>
              <a:rPr/>
              <a:t>Train warehouse staff on rigorous cycle counting procedures.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Barcode Rollout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Warehouse Mgr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December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Sensors Install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Facilities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June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Counting Training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Ops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2026-01-25T15:34:06Z</dcterms:created>
  <dcterms:modified xsi:type="dcterms:W3CDTF">2026-01-25T15:34:06Z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