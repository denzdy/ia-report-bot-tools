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Report:</a:t>
            </a:r>
            <a:r>
              <a:rPr/>
              <a:t> Corporate Ethics and Whistleblower Program Audit</a:t>
            </a:r>
          </a:p>
          <a:p>
            <a:pPr lvl="0" indent="0" marL="0">
              <a:buNone/>
            </a:pPr>
            <a:r>
              <a:rPr b="1"/>
              <a:t>Business Unit:</a:t>
            </a:r>
            <a:r>
              <a:rPr/>
              <a:t> Ethics and Compliance</a:t>
            </a:r>
          </a:p>
          <a:p>
            <a:pPr lvl="0" indent="0" marL="0">
              <a:buNone/>
            </a:pPr>
            <a:r>
              <a:rPr b="1"/>
              <a:t>Date:</a:t>
            </a:r>
            <a:r>
              <a:rPr/>
              <a:t> April 01,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ensure the whistleblower hotline is accessible, anonymous, and effectively managed.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hotline is managed by a third party and received 50 reports in 2025.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case resolution times and whistleblower protection protocols.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Inconsistent Case Investigation Timelines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15% of high-priority cases took over 90 days to close without documented reason.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Loss of whistleblower trust and potential legal escalation.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Set a 30-day target for initial findings and 60 days for closure.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Lack of Program Awareness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Employee surveys indicate 40% of staff are unaware of the anonymous reporting channel.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Misconduct goes unreported, leading to financial or cultural damage.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Launch a global awareness campaign and post hotline info in all offices.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Not Started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Implement a formal ‘Investigation SOP’.</a:t>
            </a:r>
          </a:p>
          <a:p>
            <a:pPr lvl="0" indent="-457200" marL="457200">
              <a:buAutoNum type="arabicPeriod"/>
            </a:pPr>
            <a:r>
              <a:rPr/>
              <a:t>Conduct mandatory annual ethics training for all staff.</a:t>
            </a:r>
          </a:p>
          <a:p>
            <a:pPr lvl="0" indent="-457200" marL="457200">
              <a:buAutoNum type="arabicPeriod"/>
            </a:pPr>
            <a:r>
              <a:rPr/>
              <a:t>Display hotline posters in local languages across all sites.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Awareness Campaign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Comms Director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July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Investigation SOP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Ethics Officer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May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Hotline Posters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Facilities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2026-01-25T15:34:07Z</dcterms:created>
  <dcterms:modified xsi:type="dcterms:W3CDTF">2026-01-25T15:34:07Z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