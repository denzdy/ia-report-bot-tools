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General Ledger &amp; Financial Closing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Group Finance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April 12,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the speed, accuracy, and control environment of the monthly financial close.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Finance team aims for a ‘5-Day Close’ to provide timely management information.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Audit of journal entry approvals and balance sheet reconciliations for Q4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Unauthorized Journal Entries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12% of manual journal entries were posted to the General Ledger without a secondary reviewer’s approval.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Fraudulent financial reporting or material errors in the financial statements.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Enable a ‘hard stop’ in the ERP that prevents posting without a workflow approval.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Aged Reconciling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Bank reconciliations contained ‘open items’ older than 90 days that had not been investigated.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Hidden financial losses or failure to identify bank errors.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a policy requiring all reconciling items older than 30 days to be escalated to the Controller.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automated workflow approvals for all manual journals.</a:t>
            </a:r>
          </a:p>
          <a:p>
            <a:pPr lvl="0" indent="-457200" marL="457200">
              <a:buAutoNum type="arabicPeriod"/>
            </a:pPr>
            <a:r>
              <a:rPr/>
              <a:t>Standardize balance sheet reconciliation templates across all subsidiaries.</a:t>
            </a:r>
          </a:p>
          <a:p>
            <a:pPr lvl="0" indent="-457200" marL="457200">
              <a:buAutoNum type="arabicPeriod"/>
            </a:pPr>
            <a:r>
              <a:rPr/>
              <a:t>Conduct monthly ‘Closing Quality’ reviews with regional teams.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ERP Workflow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Recon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Controller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Training Sessions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Finance Staff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2026-01-26T06:02:51Z</dcterms:created>
  <dcterms:modified xsi:type="dcterms:W3CDTF">2026-01-26T06:02:51Z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