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- Corporate Support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Corporate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January 4,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assess performance and controls for corporate support services including reception, mailroom, catering and admin support.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Support services are delivered via internal teams and select outsourced providers under service level agreements.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SLAs, performance monitoring, incident logs and service charge allocations.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SLA Monitoring Incomplete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SLA performance reports were not produced monthly for outsourced catering and cleaning services.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Undetected service degradation and absence of contractual remedies.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Implement automated SLA reporting with defined escalation thresholds.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Cost Allocation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Service charge allocations to cost centers were inconsistent, leading to mischarged overheads.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Inaccurate departmental cost reporting and budgeting errors.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Standardize allocation methodology and reconcile monthly with finance.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Implement automated SLA reporting for outsourced services.</a:t>
            </a:r>
          </a:p>
          <a:p>
            <a:pPr lvl="0" indent="-457200" marL="457200">
              <a:buAutoNum type="arabicPeriod"/>
            </a:pPr>
            <a:r>
              <a:rPr/>
              <a:t>Standardize service charge allocation methodology.</a:t>
            </a:r>
          </a:p>
          <a:p>
            <a:pPr lvl="0" indent="-457200" marL="457200">
              <a:buAutoNum type="arabicPeriod"/>
            </a:pPr>
            <a:r>
              <a:rPr/>
              <a:t>Monthly reconciliation of support service charges with finance.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SLA reporting automation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Vendor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Allocation methodology standard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Finance 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Monthly reconciliations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Support Services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Ongoing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2026-01-27T17:01:16Z</dcterms:created>
  <dcterms:modified xsi:type="dcterms:W3CDTF">2026-01-27T17:01:16Z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