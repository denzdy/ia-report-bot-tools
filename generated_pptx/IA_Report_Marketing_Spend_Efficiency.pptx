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Marketing Spend &amp; Agency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Marketing Department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05,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the approval process for media buys and agency performance monitoring.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Marketing spend for 2025 was $8M, primarily focused on digital advertising and trade shows.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agency contracts, invoice approvals, and campaign performance reports.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Unapproved Media Spend Overages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digital ad campaigns exceeded their approved budgets by over 15% without prior written authorization.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Budget overruns and lack of financial oversight on discretionary spend.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hard budget caps within the digital ad platforms to prevent overspending.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ROI Measurement for Sponsorships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There is no standardized framework to measure the Return on Investment (ROI) for corporate sponsorships.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Inefficient allocation of marketing capital on low-value activities.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Develop a scorecard to assess lead generation and brand awareness for all sponsorships over $50k.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strict budget controls for all digital media agencies.</a:t>
            </a:r>
          </a:p>
          <a:p>
            <a:pPr lvl="0" indent="-457200" marL="457200">
              <a:buAutoNum type="arabicPeriod"/>
            </a:pPr>
            <a:r>
              <a:rPr/>
              <a:t>Establish a Performance KPI framework for all marketing spend.</a:t>
            </a:r>
          </a:p>
          <a:p>
            <a:pPr lvl="0" indent="-457200" marL="457200">
              <a:buAutoNum type="arabicPeriod"/>
            </a:pPr>
            <a:r>
              <a:rPr/>
              <a:t>Review agency fee structures against industry benchmarks.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Budget Cap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Marketing VP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ROI Scorecard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Analytics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Agency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