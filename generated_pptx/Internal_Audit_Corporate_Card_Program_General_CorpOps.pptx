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- Corporate Card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Corporate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January 24,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review controls over corporate card issuance, usage monitoring, and reconciliations.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corporate card program supports ~150 cardholders and monthly expenditures ~ $120k.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Card issuance, cancellations, monthly reconciliations, and policy compliance for 2025 Q4.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Weak Cardholder Onboarding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Cardholders were approved without documented business justification in 7 of 20 cases.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Unnecessary exposure to spend risk and lack of accountability.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Require standardized card request forms with manager justification and periodic approvals.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Delayed Reconciliations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25% of monthly card reconciliations were completed beyond the policy timeframe, with missing receipts.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Increased reconciliation errors and undetected fraudulent transactions.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Enforce reconciliation SLA and automated reminders; suspend cards with repeated non-compliance.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Standardize card issuance with documented justification.</a:t>
            </a:r>
          </a:p>
          <a:p>
            <a:pPr lvl="0" indent="-457200" marL="457200">
              <a:buAutoNum type="arabicPeriod"/>
            </a:pPr>
            <a:r>
              <a:rPr/>
              <a:t>Enforce reconciliation SLAs and automated reminders.</a:t>
            </a:r>
          </a:p>
          <a:p>
            <a:pPr lvl="0" indent="-457200" marL="457200">
              <a:buAutoNum type="arabicPeriod"/>
            </a:pPr>
            <a:r>
              <a:rPr/>
              <a:t>Quarterly review of inactive or high-risk cards.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Implement card request form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Finance 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Automatic reconciliation reminders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 Systems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Quarterly card reviews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Finance Controller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2026-01-27T17:01:15Z</dcterms:created>
  <dcterms:modified xsi:type="dcterms:W3CDTF">2026-01-27T17:01:15Z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