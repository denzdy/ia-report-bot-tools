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Business Continuity Planning (BCP) and Disaster Recovery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Corporate Risk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March 05,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the readiness of the organization to handle major operational disruptions.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BCP was last fully updated in 2023, prior to the new data center launch.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Testing of the disaster recovery plan and emergency communication trees.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Outdated Contact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30% of key emergency contacts listed in the BCP are no longer with the company.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Delayed response times during a critical crisis.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Integrate the BCP contact list with the HR system for auto-updates.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Lack of Backup Site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secondary operations site has not been physically tested for 2 years.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Potential failure of the backup site to support critical operations during an outage.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Conduct a full-scale ‘Live Switch’ test annually.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Not Started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Perform semi-annual desktop simulation exercises.</a:t>
            </a:r>
          </a:p>
          <a:p>
            <a:pPr lvl="0" indent="-457200" marL="457200">
              <a:buAutoNum type="arabicPeriod"/>
            </a:pPr>
            <a:r>
              <a:rPr/>
              <a:t>Automate emergency contact synchronization.</a:t>
            </a:r>
          </a:p>
          <a:p>
            <a:pPr lvl="0" indent="-457200" marL="457200">
              <a:buAutoNum type="arabicPeriod"/>
            </a:pPr>
            <a:r>
              <a:rPr/>
              <a:t>Formalize the Disaster Recovery (DR) testing schedule.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Live Switch 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Ops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October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Contact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/ IT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BCP Desktop Exercise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Risk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