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Reception &amp; Visitor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17,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evaluate front-desk procedures, visitor verification, and badge control at corporate reception points.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Reception staff manage daily visitor flow and initial access to corporate premises.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Observation of reception processes, visitor badge issuance, and staff training records.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Insufficient Host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Hosts were not consistently contacted to verify visitors prior to granting access in observed shifts.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Unauthorized visitors gaining unsupervised access to offices and sensitive areas.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Require host confirmation via phone or system notification before visitor entry is completed.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Badge Return Process Lacking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Returned visitor badges were not logged or sanitized prior to reuse in several instances.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Loss of accountability for badges and hygiene/security concerns.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a badge return log and cleaning protocol before reuse.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host verification before visitor access.</a:t>
            </a:r>
          </a:p>
          <a:p>
            <a:pPr lvl="0" indent="-457200" marL="457200">
              <a:buAutoNum type="arabicPeriod"/>
            </a:pPr>
            <a:r>
              <a:rPr/>
              <a:t>Log returned badges and sanitize prior to reuse.</a:t>
            </a:r>
          </a:p>
          <a:p>
            <a:pPr lvl="0" indent="-457200" marL="457200">
              <a:buAutoNum type="arabicPeriod"/>
            </a:pPr>
            <a:r>
              <a:rPr/>
              <a:t>Provide reception staff refresher training on visitor controls.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Host verification procedure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Reception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Badge return log &amp; sanitization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Reception training refresh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HR Learning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2026-01-27T17:01:15Z</dcterms:created>
  <dcterms:modified xsi:type="dcterms:W3CDTF">2026-01-27T17:01:15Z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