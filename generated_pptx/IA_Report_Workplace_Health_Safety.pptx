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Workplace Health &amp; Safety (EHS)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Environment, Health &amp; Safety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April 02,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the effectiveness of safety training and incident reporting protocols.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experienced 12 ‘Lost Time Injuries’ (LTI) in the previous calendar year.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safety training records, incident logs, and PPE compliance at three plants.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Gaps in Specialized Safety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25% of forklift operators had not attended their mandatory biennial recertification training.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risk of workplace accidents and non-compliance with OSHA-style regulations.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Use the LMS to block system access for operators with expired safety certifications.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Incomplete Incident Root Cause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Minor safety incidents (‘Near Misses’) are logged, but no Root Cause Analysis (RCA) is performed to prevent recurrence.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Minor issues escalating into major accidents due to unaddressed systemic failures.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Mandate an RCA for all ‘Near Miss’ reports within 48 hours of occurrence.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strict recertification schedules for high-risk equipment operators.</a:t>
            </a:r>
          </a:p>
          <a:p>
            <a:pPr lvl="0" indent="-457200" marL="457200">
              <a:buAutoNum type="arabicPeriod"/>
            </a:pPr>
            <a:r>
              <a:rPr/>
              <a:t>Formalize the Root Cause Analysis process for all safety events.</a:t>
            </a:r>
          </a:p>
          <a:p>
            <a:pPr lvl="0" indent="-457200" marL="457200">
              <a:buAutoNum type="arabicPeriod"/>
            </a:pPr>
            <a:r>
              <a:rPr/>
              <a:t>Increase the frequency of ‘Safety Walks’ by senior management.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LMS Lockout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/ 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RCA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EHS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Safety Audits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Plant Managers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Monthly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2026-01-26T06:02:51Z</dcterms:created>
  <dcterms:modified xsi:type="dcterms:W3CDTF">2026-01-26T06:02:51Z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