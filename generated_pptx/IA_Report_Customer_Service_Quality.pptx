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Title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Report:</a:t>
            </a:r>
            <a:r>
              <a:rPr/>
              <a:t> Customer Service Operations and Quality Assurance Audit</a:t>
            </a:r>
          </a:p>
          <a:p>
            <a:pPr lvl="0" indent="0" marL="0">
              <a:buNone/>
            </a:pPr>
            <a:r>
              <a:rPr b="1"/>
              <a:t>Business Unit:</a:t>
            </a:r>
            <a:r>
              <a:rPr/>
              <a:t> Customer Experience</a:t>
            </a:r>
          </a:p>
          <a:p>
            <a:pPr lvl="0" indent="0" marL="0">
              <a:buNone/>
            </a:pPr>
            <a:r>
              <a:rPr b="1"/>
              <a:t>Date:</a:t>
            </a:r>
            <a:r>
              <a:rPr/>
              <a:t> March 15,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evaluate the effectiveness of complaint resolution and data privacy in support calls.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The call center handles 10,000 interactions monthly across phone, chat, and email.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Analysis of ticket resolution times and call monitoring logs.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Non-Compliance with PII Masking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Customer credit card details were found in plain text within support chat transcripts.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Significant PCI-DSS non-compliance and risk of identity theft.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Enable automated PII masking/redaction in the chat software.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Open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Inaccurate SLA Reporting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Tickets were being marked as ‘Resolved’ to meet targets before the customer confirmed satisfaction.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Misleading performance metrics and poor customer retention.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Audit ‘Resolved’ status changes and link metrics to customer surveys.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In Progress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Deploy AI-driven redaction for chat and email.</a:t>
            </a:r>
          </a:p>
          <a:p>
            <a:pPr lvl="0" indent="-457200" marL="457200">
              <a:buAutoNum type="arabicPeriod"/>
            </a:pPr>
            <a:r>
              <a:rPr/>
              <a:t>Implement a ‘Voice of the Customer’ (VoC) feedback loop.</a:t>
            </a:r>
          </a:p>
          <a:p>
            <a:pPr lvl="0" indent="-457200" marL="457200">
              <a:buAutoNum type="arabicPeriod"/>
            </a:pPr>
            <a:r>
              <a:rPr/>
              <a:t>Re-train staff on ethical SLA reporting.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PII Redaction Tool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IT Director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May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QA Framework Audit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CX 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Ethics Workshop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Support Lead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June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2026-01-25T15:34:06Z</dcterms:created>
  <dcterms:modified xsi:type="dcterms:W3CDTF">2026-01-25T15:34:06Z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