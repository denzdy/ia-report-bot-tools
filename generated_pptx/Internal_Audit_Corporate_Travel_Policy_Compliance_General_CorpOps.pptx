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Corporate Travel Policy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14,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confirm adherence to corporate travel policy, approval workflows, and traveler safety protocols.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Travel policy governs accommodations, travel classes, booking channels, and health/safety requirements.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policy adherence, exceptions, and travel risk assessments for 2025 Q4 trips.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Exception Process Not Followed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Several travelers used external booking channels without documented policy exceptions.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Increased cost and lack of duty-of-care tracking for travelers.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Enforce approved booking channels and require documented exception approvals.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Lack of Traveler Risk Assessments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No travel risk assessments were completed for trips to listed medium-risk destinations.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Insufficient traveler protection and emergency response preparedness.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Mandate pre-trip risk assessments for medium/high-risk destinations and track completion.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approved booking channels and exception approvals.</a:t>
            </a:r>
          </a:p>
          <a:p>
            <a:pPr lvl="0" indent="-457200" marL="457200">
              <a:buAutoNum type="arabicPeriod"/>
            </a:pPr>
            <a:r>
              <a:rPr/>
              <a:t>Mandate pre-trip risk assessments for higher-risk destinations.</a:t>
            </a:r>
          </a:p>
          <a:p>
            <a:pPr lvl="0" indent="-457200" marL="457200">
              <a:buAutoNum type="arabicPeriod"/>
            </a:pPr>
            <a:r>
              <a:rPr/>
              <a:t>Integrate traveler tracking with duty-of-care procedures.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Booking channel enforcement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Travel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Pre-trip risk assessment rollout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Security &amp; Risk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Traveler tracking integration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Travel Systems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2026-01-27T17:01:16Z</dcterms:created>
  <dcterms:modified xsi:type="dcterms:W3CDTF">2026-01-27T17:01:16Z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