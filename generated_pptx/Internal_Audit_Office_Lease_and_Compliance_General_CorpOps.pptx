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Office Lease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23,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verify lease compliance, expense allocations, and oversight of landlord obligations.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Corporate leases span five locations with varied service charge mechanisms and renewal terms.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lease terms, service charge reconciliations and renewals for 2024–2025.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Service Charge Reconciliation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Incomplete documentation supporting common area maintenance charges for two sites.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Overpayment to landlords and budget inaccuracies.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detailed CAM supporting schedules before payment and centralized review.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Lease Renewal Approval Weakness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One renewal was executed without competitive market review or CFO sign-off.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Unfavorable commercial terms and missed cost-saving opportunities.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mandatory market benchmarking and executive approval for renewals.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Centralize lease document repository and approvals.</a:t>
            </a:r>
          </a:p>
          <a:p>
            <a:pPr lvl="0" indent="-457200" marL="457200">
              <a:buAutoNum type="arabicPeriod"/>
            </a:pPr>
            <a:r>
              <a:rPr/>
              <a:t>Require CAM supporting schedules before payment.</a:t>
            </a:r>
          </a:p>
          <a:p>
            <a:pPr lvl="0" indent="-457200" marL="457200">
              <a:buAutoNum type="arabicPeriod"/>
            </a:pPr>
            <a:r>
              <a:rPr/>
              <a:t>Enforce market review and CFO sign-off for renewals.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Central lease repository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Real Estate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CAM evidence requirement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Lease Admin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Renewal approval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Legal/Finance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