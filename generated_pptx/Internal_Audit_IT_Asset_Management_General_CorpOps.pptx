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IT Asset Inventory &amp;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21,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the accuracy of IT asset inventories, lifecycle controls, and disposal procedures.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IT assets include laptops, mobiles, and peripherals assigned to employees across functions.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asset registration, periodic inventory reconciliation, and secure disposal for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Incomplete Asset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14% of sampled devices were not recorded in the central asset register or had missing owner fields.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Lost assets, inaccurate depreciation, and security risks from unmanaged devices.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mandatory asset registration at procurement and periodic reconciliations.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Weak Secure Disposal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Disposal records lacked proof of data sanitization for disposed laptops in three instances.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data leakage and non-compliance with data protection obligations.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Mandate IT-certified data erasure and maintain disposal certificates for all disposals.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asset registration at procurement and periodic reconciliations.</a:t>
            </a:r>
          </a:p>
          <a:p>
            <a:pPr lvl="0" indent="-457200" marL="457200">
              <a:buAutoNum type="arabicPeriod"/>
            </a:pPr>
            <a:r>
              <a:rPr/>
              <a:t>Require certified data sanitization and disposal certificates.</a:t>
            </a:r>
          </a:p>
          <a:p>
            <a:pPr lvl="0" indent="-457200" marL="457200">
              <a:buAutoNum type="arabicPeriod"/>
            </a:pPr>
            <a:r>
              <a:rPr/>
              <a:t>Implement owner accountability for assigned devices.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Asset register update process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Asset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Certified disposal procedure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Quarterly inventory reconciliation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2026-01-27T17:01:15Z</dcterms:created>
  <dcterms:modified xsi:type="dcterms:W3CDTF">2026-01-27T17:01:15Z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